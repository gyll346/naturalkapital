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Lst>
  <p:sldSz cx="9144000" cy="15840075"/>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980" autoAdjust="0"/>
    <p:restoredTop sz="94660"/>
  </p:normalViewPr>
  <p:slideViewPr>
    <p:cSldViewPr snapToGrid="0">
      <p:cViewPr>
        <p:scale>
          <a:sx n="90" d="100"/>
          <a:sy n="90" d="100"/>
        </p:scale>
        <p:origin x="2058"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592347"/>
            <a:ext cx="7772400" cy="5514693"/>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8319707"/>
            <a:ext cx="6858000" cy="3824350"/>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5129C3A-BE70-4287-A2BF-1A290F82BEA2}" type="datetimeFigureOut">
              <a:rPr lang="en-ID" smtClean="0"/>
              <a:t>23/06/2026</a:t>
            </a:fld>
            <a:endParaRPr lang="en-ID"/>
          </a:p>
        </p:txBody>
      </p:sp>
      <p:sp>
        <p:nvSpPr>
          <p:cNvPr id="5" name="Footer Placeholder 4"/>
          <p:cNvSpPr>
            <a:spLocks noGrp="1"/>
          </p:cNvSpPr>
          <p:nvPr>
            <p:ph type="ftr" sz="quarter" idx="11"/>
          </p:nvPr>
        </p:nvSpPr>
        <p:spPr/>
        <p:txBody>
          <a:bodyPr/>
          <a:lstStyle/>
          <a:p>
            <a:endParaRPr lang="en-ID"/>
          </a:p>
        </p:txBody>
      </p:sp>
      <p:sp>
        <p:nvSpPr>
          <p:cNvPr id="6" name="Slide Number Placeholder 5"/>
          <p:cNvSpPr>
            <a:spLocks noGrp="1"/>
          </p:cNvSpPr>
          <p:nvPr>
            <p:ph type="sldNum" sz="quarter" idx="12"/>
          </p:nvPr>
        </p:nvSpPr>
        <p:spPr/>
        <p:txBody>
          <a:bodyPr/>
          <a:lstStyle/>
          <a:p>
            <a:fld id="{5D0D1111-9D0D-46CC-A7EC-5AB4F06D2046}" type="slidenum">
              <a:rPr lang="en-ID" smtClean="0"/>
              <a:t>‹#›</a:t>
            </a:fld>
            <a:endParaRPr lang="en-ID"/>
          </a:p>
        </p:txBody>
      </p:sp>
    </p:spTree>
    <p:extLst>
      <p:ext uri="{BB962C8B-B14F-4D97-AF65-F5344CB8AC3E}">
        <p14:creationId xmlns:p14="http://schemas.microsoft.com/office/powerpoint/2010/main" val="19695614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129C3A-BE70-4287-A2BF-1A290F82BEA2}" type="datetimeFigureOut">
              <a:rPr lang="en-ID" smtClean="0"/>
              <a:t>23/06/2026</a:t>
            </a:fld>
            <a:endParaRPr lang="en-ID"/>
          </a:p>
        </p:txBody>
      </p:sp>
      <p:sp>
        <p:nvSpPr>
          <p:cNvPr id="5" name="Footer Placeholder 4"/>
          <p:cNvSpPr>
            <a:spLocks noGrp="1"/>
          </p:cNvSpPr>
          <p:nvPr>
            <p:ph type="ftr" sz="quarter" idx="11"/>
          </p:nvPr>
        </p:nvSpPr>
        <p:spPr/>
        <p:txBody>
          <a:bodyPr/>
          <a:lstStyle/>
          <a:p>
            <a:endParaRPr lang="en-ID"/>
          </a:p>
        </p:txBody>
      </p:sp>
      <p:sp>
        <p:nvSpPr>
          <p:cNvPr id="6" name="Slide Number Placeholder 5"/>
          <p:cNvSpPr>
            <a:spLocks noGrp="1"/>
          </p:cNvSpPr>
          <p:nvPr>
            <p:ph type="sldNum" sz="quarter" idx="12"/>
          </p:nvPr>
        </p:nvSpPr>
        <p:spPr/>
        <p:txBody>
          <a:bodyPr/>
          <a:lstStyle/>
          <a:p>
            <a:fld id="{5D0D1111-9D0D-46CC-A7EC-5AB4F06D2046}" type="slidenum">
              <a:rPr lang="en-ID" smtClean="0"/>
              <a:t>‹#›</a:t>
            </a:fld>
            <a:endParaRPr lang="en-ID"/>
          </a:p>
        </p:txBody>
      </p:sp>
    </p:spTree>
    <p:extLst>
      <p:ext uri="{BB962C8B-B14F-4D97-AF65-F5344CB8AC3E}">
        <p14:creationId xmlns:p14="http://schemas.microsoft.com/office/powerpoint/2010/main" val="11581724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3949023"/>
            <a:ext cx="7886700" cy="6589030"/>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10600388"/>
            <a:ext cx="7886700" cy="3465015"/>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5129C3A-BE70-4287-A2BF-1A290F82BEA2}" type="datetimeFigureOut">
              <a:rPr lang="en-ID" smtClean="0"/>
              <a:t>23/06/2026</a:t>
            </a:fld>
            <a:endParaRPr lang="en-ID"/>
          </a:p>
        </p:txBody>
      </p:sp>
      <p:sp>
        <p:nvSpPr>
          <p:cNvPr id="5" name="Footer Placeholder 4"/>
          <p:cNvSpPr>
            <a:spLocks noGrp="1"/>
          </p:cNvSpPr>
          <p:nvPr>
            <p:ph type="ftr" sz="quarter" idx="11"/>
          </p:nvPr>
        </p:nvSpPr>
        <p:spPr/>
        <p:txBody>
          <a:bodyPr/>
          <a:lstStyle/>
          <a:p>
            <a:endParaRPr lang="en-ID"/>
          </a:p>
        </p:txBody>
      </p:sp>
      <p:sp>
        <p:nvSpPr>
          <p:cNvPr id="6" name="Slide Number Placeholder 5"/>
          <p:cNvSpPr>
            <a:spLocks noGrp="1"/>
          </p:cNvSpPr>
          <p:nvPr>
            <p:ph type="sldNum" sz="quarter" idx="12"/>
          </p:nvPr>
        </p:nvSpPr>
        <p:spPr/>
        <p:txBody>
          <a:bodyPr/>
          <a:lstStyle/>
          <a:p>
            <a:fld id="{5D0D1111-9D0D-46CC-A7EC-5AB4F06D2046}" type="slidenum">
              <a:rPr lang="en-ID" smtClean="0"/>
              <a:t>‹#›</a:t>
            </a:fld>
            <a:endParaRPr lang="en-ID"/>
          </a:p>
        </p:txBody>
      </p:sp>
    </p:spTree>
    <p:extLst>
      <p:ext uri="{BB962C8B-B14F-4D97-AF65-F5344CB8AC3E}">
        <p14:creationId xmlns:p14="http://schemas.microsoft.com/office/powerpoint/2010/main" val="13661781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4216687"/>
            <a:ext cx="3886200" cy="100503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4216687"/>
            <a:ext cx="3886200" cy="100503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5129C3A-BE70-4287-A2BF-1A290F82BEA2}" type="datetimeFigureOut">
              <a:rPr lang="en-ID" smtClean="0"/>
              <a:t>23/06/2026</a:t>
            </a:fld>
            <a:endParaRPr lang="en-ID"/>
          </a:p>
        </p:txBody>
      </p:sp>
      <p:sp>
        <p:nvSpPr>
          <p:cNvPr id="6" name="Footer Placeholder 5"/>
          <p:cNvSpPr>
            <a:spLocks noGrp="1"/>
          </p:cNvSpPr>
          <p:nvPr>
            <p:ph type="ftr" sz="quarter" idx="11"/>
          </p:nvPr>
        </p:nvSpPr>
        <p:spPr/>
        <p:txBody>
          <a:bodyPr/>
          <a:lstStyle/>
          <a:p>
            <a:endParaRPr lang="en-ID"/>
          </a:p>
        </p:txBody>
      </p:sp>
      <p:sp>
        <p:nvSpPr>
          <p:cNvPr id="7" name="Slide Number Placeholder 6"/>
          <p:cNvSpPr>
            <a:spLocks noGrp="1"/>
          </p:cNvSpPr>
          <p:nvPr>
            <p:ph type="sldNum" sz="quarter" idx="12"/>
          </p:nvPr>
        </p:nvSpPr>
        <p:spPr/>
        <p:txBody>
          <a:bodyPr/>
          <a:lstStyle/>
          <a:p>
            <a:fld id="{5D0D1111-9D0D-46CC-A7EC-5AB4F06D2046}" type="slidenum">
              <a:rPr lang="en-ID" smtClean="0"/>
              <a:t>‹#›</a:t>
            </a:fld>
            <a:endParaRPr lang="en-ID"/>
          </a:p>
        </p:txBody>
      </p:sp>
    </p:spTree>
    <p:extLst>
      <p:ext uri="{BB962C8B-B14F-4D97-AF65-F5344CB8AC3E}">
        <p14:creationId xmlns:p14="http://schemas.microsoft.com/office/powerpoint/2010/main" val="30792162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843341"/>
            <a:ext cx="7886700" cy="3061682"/>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3883019"/>
            <a:ext cx="3868340" cy="1903008"/>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5786027"/>
            <a:ext cx="3868340" cy="85103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1" y="3883019"/>
            <a:ext cx="3887391" cy="1903008"/>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1" y="5786027"/>
            <a:ext cx="3887391" cy="85103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5129C3A-BE70-4287-A2BF-1A290F82BEA2}" type="datetimeFigureOut">
              <a:rPr lang="en-ID" smtClean="0"/>
              <a:t>23/06/2026</a:t>
            </a:fld>
            <a:endParaRPr lang="en-ID"/>
          </a:p>
        </p:txBody>
      </p:sp>
      <p:sp>
        <p:nvSpPr>
          <p:cNvPr id="8" name="Footer Placeholder 7"/>
          <p:cNvSpPr>
            <a:spLocks noGrp="1"/>
          </p:cNvSpPr>
          <p:nvPr>
            <p:ph type="ftr" sz="quarter" idx="11"/>
          </p:nvPr>
        </p:nvSpPr>
        <p:spPr/>
        <p:txBody>
          <a:bodyPr/>
          <a:lstStyle/>
          <a:p>
            <a:endParaRPr lang="en-ID"/>
          </a:p>
        </p:txBody>
      </p:sp>
      <p:sp>
        <p:nvSpPr>
          <p:cNvPr id="9" name="Slide Number Placeholder 8"/>
          <p:cNvSpPr>
            <a:spLocks noGrp="1"/>
          </p:cNvSpPr>
          <p:nvPr>
            <p:ph type="sldNum" sz="quarter" idx="12"/>
          </p:nvPr>
        </p:nvSpPr>
        <p:spPr/>
        <p:txBody>
          <a:bodyPr/>
          <a:lstStyle/>
          <a:p>
            <a:fld id="{5D0D1111-9D0D-46CC-A7EC-5AB4F06D2046}" type="slidenum">
              <a:rPr lang="en-ID" smtClean="0"/>
              <a:t>‹#›</a:t>
            </a:fld>
            <a:endParaRPr lang="en-ID"/>
          </a:p>
        </p:txBody>
      </p:sp>
    </p:spTree>
    <p:extLst>
      <p:ext uri="{BB962C8B-B14F-4D97-AF65-F5344CB8AC3E}">
        <p14:creationId xmlns:p14="http://schemas.microsoft.com/office/powerpoint/2010/main" val="16264134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5129C3A-BE70-4287-A2BF-1A290F82BEA2}" type="datetimeFigureOut">
              <a:rPr lang="en-ID" smtClean="0"/>
              <a:t>23/06/2026</a:t>
            </a:fld>
            <a:endParaRPr lang="en-ID"/>
          </a:p>
        </p:txBody>
      </p:sp>
      <p:sp>
        <p:nvSpPr>
          <p:cNvPr id="4" name="Footer Placeholder 3"/>
          <p:cNvSpPr>
            <a:spLocks noGrp="1"/>
          </p:cNvSpPr>
          <p:nvPr>
            <p:ph type="ftr" sz="quarter" idx="11"/>
          </p:nvPr>
        </p:nvSpPr>
        <p:spPr/>
        <p:txBody>
          <a:bodyPr/>
          <a:lstStyle/>
          <a:p>
            <a:endParaRPr lang="en-ID"/>
          </a:p>
        </p:txBody>
      </p:sp>
      <p:sp>
        <p:nvSpPr>
          <p:cNvPr id="5" name="Slide Number Placeholder 4"/>
          <p:cNvSpPr>
            <a:spLocks noGrp="1"/>
          </p:cNvSpPr>
          <p:nvPr>
            <p:ph type="sldNum" sz="quarter" idx="12"/>
          </p:nvPr>
        </p:nvSpPr>
        <p:spPr/>
        <p:txBody>
          <a:bodyPr/>
          <a:lstStyle/>
          <a:p>
            <a:fld id="{5D0D1111-9D0D-46CC-A7EC-5AB4F06D2046}" type="slidenum">
              <a:rPr lang="en-ID" smtClean="0"/>
              <a:t>‹#›</a:t>
            </a:fld>
            <a:endParaRPr lang="en-ID"/>
          </a:p>
        </p:txBody>
      </p:sp>
    </p:spTree>
    <p:extLst>
      <p:ext uri="{BB962C8B-B14F-4D97-AF65-F5344CB8AC3E}">
        <p14:creationId xmlns:p14="http://schemas.microsoft.com/office/powerpoint/2010/main" val="15806176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5129C3A-BE70-4287-A2BF-1A290F82BEA2}" type="datetimeFigureOut">
              <a:rPr lang="en-ID" smtClean="0"/>
              <a:t>23/06/2026</a:t>
            </a:fld>
            <a:endParaRPr lang="en-ID"/>
          </a:p>
        </p:txBody>
      </p:sp>
      <p:sp>
        <p:nvSpPr>
          <p:cNvPr id="3" name="Footer Placeholder 2"/>
          <p:cNvSpPr>
            <a:spLocks noGrp="1"/>
          </p:cNvSpPr>
          <p:nvPr>
            <p:ph type="ftr" sz="quarter" idx="11"/>
          </p:nvPr>
        </p:nvSpPr>
        <p:spPr/>
        <p:txBody>
          <a:bodyPr/>
          <a:lstStyle/>
          <a:p>
            <a:endParaRPr lang="en-ID"/>
          </a:p>
        </p:txBody>
      </p:sp>
      <p:sp>
        <p:nvSpPr>
          <p:cNvPr id="4" name="Slide Number Placeholder 3"/>
          <p:cNvSpPr>
            <a:spLocks noGrp="1"/>
          </p:cNvSpPr>
          <p:nvPr>
            <p:ph type="sldNum" sz="quarter" idx="12"/>
          </p:nvPr>
        </p:nvSpPr>
        <p:spPr/>
        <p:txBody>
          <a:bodyPr/>
          <a:lstStyle/>
          <a:p>
            <a:fld id="{5D0D1111-9D0D-46CC-A7EC-5AB4F06D2046}" type="slidenum">
              <a:rPr lang="en-ID" smtClean="0"/>
              <a:t>‹#›</a:t>
            </a:fld>
            <a:endParaRPr lang="en-ID"/>
          </a:p>
        </p:txBody>
      </p:sp>
    </p:spTree>
    <p:extLst>
      <p:ext uri="{BB962C8B-B14F-4D97-AF65-F5344CB8AC3E}">
        <p14:creationId xmlns:p14="http://schemas.microsoft.com/office/powerpoint/2010/main" val="6639938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1056005"/>
            <a:ext cx="2949178" cy="3696018"/>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2280681"/>
            <a:ext cx="4629150" cy="1125672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4752022"/>
            <a:ext cx="2949178" cy="880371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5129C3A-BE70-4287-A2BF-1A290F82BEA2}" type="datetimeFigureOut">
              <a:rPr lang="en-ID" smtClean="0"/>
              <a:t>23/06/2026</a:t>
            </a:fld>
            <a:endParaRPr lang="en-ID"/>
          </a:p>
        </p:txBody>
      </p:sp>
      <p:sp>
        <p:nvSpPr>
          <p:cNvPr id="6" name="Footer Placeholder 5"/>
          <p:cNvSpPr>
            <a:spLocks noGrp="1"/>
          </p:cNvSpPr>
          <p:nvPr>
            <p:ph type="ftr" sz="quarter" idx="11"/>
          </p:nvPr>
        </p:nvSpPr>
        <p:spPr/>
        <p:txBody>
          <a:bodyPr/>
          <a:lstStyle/>
          <a:p>
            <a:endParaRPr lang="en-ID"/>
          </a:p>
        </p:txBody>
      </p:sp>
      <p:sp>
        <p:nvSpPr>
          <p:cNvPr id="7" name="Slide Number Placeholder 6"/>
          <p:cNvSpPr>
            <a:spLocks noGrp="1"/>
          </p:cNvSpPr>
          <p:nvPr>
            <p:ph type="sldNum" sz="quarter" idx="12"/>
          </p:nvPr>
        </p:nvSpPr>
        <p:spPr/>
        <p:txBody>
          <a:bodyPr/>
          <a:lstStyle/>
          <a:p>
            <a:fld id="{5D0D1111-9D0D-46CC-A7EC-5AB4F06D2046}" type="slidenum">
              <a:rPr lang="en-ID" smtClean="0"/>
              <a:t>‹#›</a:t>
            </a:fld>
            <a:endParaRPr lang="en-ID"/>
          </a:p>
        </p:txBody>
      </p:sp>
    </p:spTree>
    <p:extLst>
      <p:ext uri="{BB962C8B-B14F-4D97-AF65-F5344CB8AC3E}">
        <p14:creationId xmlns:p14="http://schemas.microsoft.com/office/powerpoint/2010/main" val="21646921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1056005"/>
            <a:ext cx="2949178" cy="3696018"/>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2280681"/>
            <a:ext cx="4629150" cy="11256720"/>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4752022"/>
            <a:ext cx="2949178" cy="880371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5129C3A-BE70-4287-A2BF-1A290F82BEA2}" type="datetimeFigureOut">
              <a:rPr lang="en-ID" smtClean="0"/>
              <a:t>23/06/2026</a:t>
            </a:fld>
            <a:endParaRPr lang="en-ID"/>
          </a:p>
        </p:txBody>
      </p:sp>
      <p:sp>
        <p:nvSpPr>
          <p:cNvPr id="6" name="Footer Placeholder 5"/>
          <p:cNvSpPr>
            <a:spLocks noGrp="1"/>
          </p:cNvSpPr>
          <p:nvPr>
            <p:ph type="ftr" sz="quarter" idx="11"/>
          </p:nvPr>
        </p:nvSpPr>
        <p:spPr/>
        <p:txBody>
          <a:bodyPr/>
          <a:lstStyle/>
          <a:p>
            <a:endParaRPr lang="en-ID"/>
          </a:p>
        </p:txBody>
      </p:sp>
      <p:sp>
        <p:nvSpPr>
          <p:cNvPr id="7" name="Slide Number Placeholder 6"/>
          <p:cNvSpPr>
            <a:spLocks noGrp="1"/>
          </p:cNvSpPr>
          <p:nvPr>
            <p:ph type="sldNum" sz="quarter" idx="12"/>
          </p:nvPr>
        </p:nvSpPr>
        <p:spPr/>
        <p:txBody>
          <a:bodyPr/>
          <a:lstStyle/>
          <a:p>
            <a:fld id="{5D0D1111-9D0D-46CC-A7EC-5AB4F06D2046}" type="slidenum">
              <a:rPr lang="en-ID" smtClean="0"/>
              <a:t>‹#›</a:t>
            </a:fld>
            <a:endParaRPr lang="en-ID"/>
          </a:p>
        </p:txBody>
      </p:sp>
    </p:spTree>
    <p:extLst>
      <p:ext uri="{BB962C8B-B14F-4D97-AF65-F5344CB8AC3E}">
        <p14:creationId xmlns:p14="http://schemas.microsoft.com/office/powerpoint/2010/main" val="16785908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129C3A-BE70-4287-A2BF-1A290F82BEA2}" type="datetimeFigureOut">
              <a:rPr lang="en-ID" smtClean="0"/>
              <a:t>23/06/2026</a:t>
            </a:fld>
            <a:endParaRPr lang="en-ID"/>
          </a:p>
        </p:txBody>
      </p:sp>
      <p:sp>
        <p:nvSpPr>
          <p:cNvPr id="5" name="Footer Placeholder 4"/>
          <p:cNvSpPr>
            <a:spLocks noGrp="1"/>
          </p:cNvSpPr>
          <p:nvPr>
            <p:ph type="ftr" sz="quarter" idx="11"/>
          </p:nvPr>
        </p:nvSpPr>
        <p:spPr/>
        <p:txBody>
          <a:bodyPr/>
          <a:lstStyle/>
          <a:p>
            <a:endParaRPr lang="en-ID"/>
          </a:p>
        </p:txBody>
      </p:sp>
      <p:sp>
        <p:nvSpPr>
          <p:cNvPr id="6" name="Slide Number Placeholder 5"/>
          <p:cNvSpPr>
            <a:spLocks noGrp="1"/>
          </p:cNvSpPr>
          <p:nvPr>
            <p:ph type="sldNum" sz="quarter" idx="12"/>
          </p:nvPr>
        </p:nvSpPr>
        <p:spPr/>
        <p:txBody>
          <a:bodyPr/>
          <a:lstStyle/>
          <a:p>
            <a:fld id="{5D0D1111-9D0D-46CC-A7EC-5AB4F06D2046}" type="slidenum">
              <a:rPr lang="en-ID" smtClean="0"/>
              <a:t>‹#›</a:t>
            </a:fld>
            <a:endParaRPr lang="en-ID"/>
          </a:p>
        </p:txBody>
      </p:sp>
    </p:spTree>
    <p:extLst>
      <p:ext uri="{BB962C8B-B14F-4D97-AF65-F5344CB8AC3E}">
        <p14:creationId xmlns:p14="http://schemas.microsoft.com/office/powerpoint/2010/main" val="32894007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6" y="843338"/>
            <a:ext cx="1971675" cy="1342373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1" y="843338"/>
            <a:ext cx="5800725" cy="1342373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129C3A-BE70-4287-A2BF-1A290F82BEA2}" type="datetimeFigureOut">
              <a:rPr lang="en-ID" smtClean="0"/>
              <a:t>23/06/2026</a:t>
            </a:fld>
            <a:endParaRPr lang="en-ID"/>
          </a:p>
        </p:txBody>
      </p:sp>
      <p:sp>
        <p:nvSpPr>
          <p:cNvPr id="5" name="Footer Placeholder 4"/>
          <p:cNvSpPr>
            <a:spLocks noGrp="1"/>
          </p:cNvSpPr>
          <p:nvPr>
            <p:ph type="ftr" sz="quarter" idx="11"/>
          </p:nvPr>
        </p:nvSpPr>
        <p:spPr/>
        <p:txBody>
          <a:bodyPr/>
          <a:lstStyle/>
          <a:p>
            <a:endParaRPr lang="en-ID"/>
          </a:p>
        </p:txBody>
      </p:sp>
      <p:sp>
        <p:nvSpPr>
          <p:cNvPr id="6" name="Slide Number Placeholder 5"/>
          <p:cNvSpPr>
            <a:spLocks noGrp="1"/>
          </p:cNvSpPr>
          <p:nvPr>
            <p:ph type="sldNum" sz="quarter" idx="12"/>
          </p:nvPr>
        </p:nvSpPr>
        <p:spPr/>
        <p:txBody>
          <a:bodyPr/>
          <a:lstStyle/>
          <a:p>
            <a:fld id="{5D0D1111-9D0D-46CC-A7EC-5AB4F06D2046}" type="slidenum">
              <a:rPr lang="en-ID" smtClean="0"/>
              <a:t>‹#›</a:t>
            </a:fld>
            <a:endParaRPr lang="en-ID"/>
          </a:p>
        </p:txBody>
      </p:sp>
    </p:spTree>
    <p:extLst>
      <p:ext uri="{BB962C8B-B14F-4D97-AF65-F5344CB8AC3E}">
        <p14:creationId xmlns:p14="http://schemas.microsoft.com/office/powerpoint/2010/main" val="29874533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843341"/>
            <a:ext cx="7886700" cy="306168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4216687"/>
            <a:ext cx="7886700" cy="1005038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14681406"/>
            <a:ext cx="2057400" cy="843337"/>
          </a:xfrm>
          <a:prstGeom prst="rect">
            <a:avLst/>
          </a:prstGeom>
        </p:spPr>
        <p:txBody>
          <a:bodyPr vert="horz" lIns="91440" tIns="45720" rIns="91440" bIns="45720" rtlCol="0" anchor="ctr"/>
          <a:lstStyle>
            <a:lvl1pPr algn="l">
              <a:defRPr sz="1200">
                <a:solidFill>
                  <a:schemeClr val="tx1">
                    <a:tint val="75000"/>
                  </a:schemeClr>
                </a:solidFill>
              </a:defRPr>
            </a:lvl1pPr>
          </a:lstStyle>
          <a:p>
            <a:fld id="{55129C3A-BE70-4287-A2BF-1A290F82BEA2}" type="datetimeFigureOut">
              <a:rPr lang="en-ID" smtClean="0"/>
              <a:t>23/06/2026</a:t>
            </a:fld>
            <a:endParaRPr lang="en-ID"/>
          </a:p>
        </p:txBody>
      </p:sp>
      <p:sp>
        <p:nvSpPr>
          <p:cNvPr id="5" name="Footer Placeholder 4"/>
          <p:cNvSpPr>
            <a:spLocks noGrp="1"/>
          </p:cNvSpPr>
          <p:nvPr>
            <p:ph type="ftr" sz="quarter" idx="3"/>
          </p:nvPr>
        </p:nvSpPr>
        <p:spPr>
          <a:xfrm>
            <a:off x="3028950" y="14681406"/>
            <a:ext cx="3086100" cy="843337"/>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D"/>
          </a:p>
        </p:txBody>
      </p:sp>
      <p:sp>
        <p:nvSpPr>
          <p:cNvPr id="6" name="Slide Number Placeholder 5"/>
          <p:cNvSpPr>
            <a:spLocks noGrp="1"/>
          </p:cNvSpPr>
          <p:nvPr>
            <p:ph type="sldNum" sz="quarter" idx="4"/>
          </p:nvPr>
        </p:nvSpPr>
        <p:spPr>
          <a:xfrm>
            <a:off x="6457950" y="14681406"/>
            <a:ext cx="2057400" cy="843337"/>
          </a:xfrm>
          <a:prstGeom prst="rect">
            <a:avLst/>
          </a:prstGeom>
        </p:spPr>
        <p:txBody>
          <a:bodyPr vert="horz" lIns="91440" tIns="45720" rIns="91440" bIns="45720" rtlCol="0" anchor="ctr"/>
          <a:lstStyle>
            <a:lvl1pPr algn="r">
              <a:defRPr sz="1200">
                <a:solidFill>
                  <a:schemeClr val="tx1">
                    <a:tint val="75000"/>
                  </a:schemeClr>
                </a:solidFill>
              </a:defRPr>
            </a:lvl1pPr>
          </a:lstStyle>
          <a:p>
            <a:fld id="{5D0D1111-9D0D-46CC-A7EC-5AB4F06D2046}" type="slidenum">
              <a:rPr lang="en-ID" smtClean="0"/>
              <a:t>‹#›</a:t>
            </a:fld>
            <a:endParaRPr lang="en-ID"/>
          </a:p>
        </p:txBody>
      </p:sp>
    </p:spTree>
    <p:extLst>
      <p:ext uri="{BB962C8B-B14F-4D97-AF65-F5344CB8AC3E}">
        <p14:creationId xmlns:p14="http://schemas.microsoft.com/office/powerpoint/2010/main" val="8009317"/>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3" Type="http://schemas.openxmlformats.org/officeDocument/2006/relationships/image" Target="../media/image11.png"/><Relationship Id="rId18" Type="http://schemas.openxmlformats.org/officeDocument/2006/relationships/image" Target="../media/image16.png"/><Relationship Id="rId26" Type="http://schemas.openxmlformats.org/officeDocument/2006/relationships/image" Target="../media/image24.png"/><Relationship Id="rId21" Type="http://schemas.openxmlformats.org/officeDocument/2006/relationships/image" Target="../media/image19.png"/><Relationship Id="rId34" Type="http://schemas.openxmlformats.org/officeDocument/2006/relationships/image" Target="../media/image31.png"/><Relationship Id="rId7" Type="http://schemas.openxmlformats.org/officeDocument/2006/relationships/image" Target="../media/image5.png"/><Relationship Id="rId12" Type="http://schemas.openxmlformats.org/officeDocument/2006/relationships/image" Target="../media/image10.png"/><Relationship Id="rId17" Type="http://schemas.openxmlformats.org/officeDocument/2006/relationships/image" Target="../media/image15.png"/><Relationship Id="rId25" Type="http://schemas.openxmlformats.org/officeDocument/2006/relationships/image" Target="../media/image23.png"/><Relationship Id="rId33" Type="http://schemas.openxmlformats.org/officeDocument/2006/relationships/image" Target="../media/image30.png"/><Relationship Id="rId38" Type="http://schemas.openxmlformats.org/officeDocument/2006/relationships/image" Target="../media/image35.png"/><Relationship Id="rId2" Type="http://schemas.openxmlformats.org/officeDocument/2006/relationships/image" Target="../media/image1.png"/><Relationship Id="rId16" Type="http://schemas.openxmlformats.org/officeDocument/2006/relationships/image" Target="../media/image14.png"/><Relationship Id="rId20" Type="http://schemas.openxmlformats.org/officeDocument/2006/relationships/image" Target="../media/image18.png"/><Relationship Id="rId29" Type="http://schemas.openxmlformats.org/officeDocument/2006/relationships/image" Target="../media/image26.svg"/><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9.png"/><Relationship Id="rId24" Type="http://schemas.openxmlformats.org/officeDocument/2006/relationships/image" Target="../media/image22.png"/><Relationship Id="rId32" Type="http://schemas.openxmlformats.org/officeDocument/2006/relationships/image" Target="../media/image29.jpg"/><Relationship Id="rId37" Type="http://schemas.openxmlformats.org/officeDocument/2006/relationships/image" Target="../media/image34.png"/><Relationship Id="rId5" Type="http://schemas.openxmlformats.org/officeDocument/2006/relationships/image" Target="../media/image3.png"/><Relationship Id="rId15" Type="http://schemas.openxmlformats.org/officeDocument/2006/relationships/image" Target="../media/image13.png"/><Relationship Id="rId23" Type="http://schemas.openxmlformats.org/officeDocument/2006/relationships/image" Target="../media/image21.png"/><Relationship Id="rId28" Type="http://schemas.openxmlformats.org/officeDocument/2006/relationships/image" Target="../media/image25.svg"/><Relationship Id="rId36" Type="http://schemas.openxmlformats.org/officeDocument/2006/relationships/image" Target="../media/image33.jpg"/><Relationship Id="rId10" Type="http://schemas.openxmlformats.org/officeDocument/2006/relationships/image" Target="../media/image8.jpeg"/><Relationship Id="rId19" Type="http://schemas.openxmlformats.org/officeDocument/2006/relationships/image" Target="../media/image17.png"/><Relationship Id="rId31" Type="http://schemas.openxmlformats.org/officeDocument/2006/relationships/image" Target="../media/image28.png"/><Relationship Id="rId4" Type="http://schemas.openxmlformats.org/officeDocument/2006/relationships/image" Target="../media/image2.png"/><Relationship Id="rId9" Type="http://schemas.openxmlformats.org/officeDocument/2006/relationships/image" Target="../media/image7.svg"/><Relationship Id="rId14" Type="http://schemas.openxmlformats.org/officeDocument/2006/relationships/image" Target="../media/image12.png"/><Relationship Id="rId22" Type="http://schemas.openxmlformats.org/officeDocument/2006/relationships/image" Target="../media/image20.png"/><Relationship Id="rId27" Type="http://schemas.openxmlformats.org/officeDocument/2006/relationships/hyperlink" Target="mailto:info@naturalkapital.or.id" TargetMode="External"/><Relationship Id="rId30" Type="http://schemas.openxmlformats.org/officeDocument/2006/relationships/image" Target="../media/image27.svg"/><Relationship Id="rId35" Type="http://schemas.openxmlformats.org/officeDocument/2006/relationships/image" Target="../media/image32.jpg"/><Relationship Id="rId8" Type="http://schemas.openxmlformats.org/officeDocument/2006/relationships/image" Target="../media/image6.png"/><Relationship Id="rId3" Type="http://schemas.microsoft.com/office/2007/relationships/hdphoto" Target="../media/hdphoto1.wdp"/></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0" descr="preencoded.png">
            <a:extLst>
              <a:ext uri="{FF2B5EF4-FFF2-40B4-BE49-F238E27FC236}">
                <a16:creationId xmlns:a16="http://schemas.microsoft.com/office/drawing/2014/main" id="{9C234F8A-EABD-19D4-CEF9-60FC36A96D94}"/>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bright="-40000" contrast="-40000"/>
                    </a14:imgEffect>
                  </a14:imgLayer>
                </a14:imgProps>
              </a:ext>
            </a:extLst>
          </a:blip>
          <a:srcRect t="10697"/>
          <a:stretch>
            <a:fillRect/>
          </a:stretch>
        </p:blipFill>
        <p:spPr>
          <a:xfrm>
            <a:off x="0" y="0"/>
            <a:ext cx="9144000" cy="4593314"/>
          </a:xfrm>
          <a:prstGeom prst="rect">
            <a:avLst/>
          </a:prstGeom>
        </p:spPr>
      </p:pic>
      <p:pic>
        <p:nvPicPr>
          <p:cNvPr id="5" name="Image 1" descr="preencoded.png">
            <a:extLst>
              <a:ext uri="{FF2B5EF4-FFF2-40B4-BE49-F238E27FC236}">
                <a16:creationId xmlns:a16="http://schemas.microsoft.com/office/drawing/2014/main" id="{CD6E3F1C-6C96-D68D-FA89-7A8DFC4EB363}"/>
              </a:ext>
            </a:extLst>
          </p:cNvPr>
          <p:cNvPicPr>
            <a:picLocks noChangeAspect="1"/>
          </p:cNvPicPr>
          <p:nvPr/>
        </p:nvPicPr>
        <p:blipFill>
          <a:blip r:embed="rId4">
            <a:alphaModFix/>
          </a:blip>
          <a:stretch>
            <a:fillRect/>
          </a:stretch>
        </p:blipFill>
        <p:spPr>
          <a:xfrm>
            <a:off x="2946517" y="750521"/>
            <a:ext cx="1005036" cy="319757"/>
          </a:xfrm>
          <a:prstGeom prst="rect">
            <a:avLst/>
          </a:prstGeom>
          <a:noFill/>
        </p:spPr>
      </p:pic>
      <p:sp>
        <p:nvSpPr>
          <p:cNvPr id="6" name="Text 1">
            <a:extLst>
              <a:ext uri="{FF2B5EF4-FFF2-40B4-BE49-F238E27FC236}">
                <a16:creationId xmlns:a16="http://schemas.microsoft.com/office/drawing/2014/main" id="{086F141B-ACD9-55B5-47CC-A9CDBEE1D6FF}"/>
              </a:ext>
            </a:extLst>
          </p:cNvPr>
          <p:cNvSpPr/>
          <p:nvPr/>
        </p:nvSpPr>
        <p:spPr>
          <a:xfrm>
            <a:off x="3106453" y="1192914"/>
            <a:ext cx="1495702" cy="1113011"/>
          </a:xfrm>
          <a:prstGeom prst="rect">
            <a:avLst/>
          </a:prstGeom>
          <a:noFill/>
          <a:ln/>
        </p:spPr>
        <p:txBody>
          <a:bodyPr wrap="square" lIns="0" tIns="0" rIns="0" bIns="0" rtlCol="0" anchor="t"/>
          <a:lstStyle/>
          <a:p>
            <a:pPr>
              <a:lnSpc>
                <a:spcPct val="105000"/>
              </a:lnSpc>
              <a:spcAft>
                <a:spcPts val="600"/>
              </a:spcAft>
            </a:pPr>
            <a:r>
              <a:rPr lang="en-US" sz="700" u="sng" dirty="0">
                <a:solidFill>
                  <a:schemeClr val="bg1"/>
                </a:solidFill>
                <a:latin typeface="Leelawadee UI" panose="020B0502040204020203" pitchFamily="34" charset="-34"/>
                <a:ea typeface="Inter" pitchFamily="34" charset="-122"/>
                <a:cs typeface="Leelawadee UI" panose="020B0502040204020203" pitchFamily="34" charset="-34"/>
                <a:hlinkClick r:id="" action="ppaction://noaction">
                  <a:extLst>
                    <a:ext uri="{A12FA001-AC4F-418D-AE19-62706E023703}">
                      <ahyp:hlinkClr xmlns:ahyp="http://schemas.microsoft.com/office/drawing/2018/hyperlinkcolor" val="tx"/>
                    </a:ext>
                  </a:extLst>
                </a:hlinkClick>
              </a:rPr>
              <a:t>Sejarah, Visi &amp; Misi</a:t>
            </a:r>
            <a:endParaRPr lang="en-US" sz="700" dirty="0">
              <a:solidFill>
                <a:schemeClr val="bg1"/>
              </a:solidFill>
              <a:latin typeface="Leelawadee UI" panose="020B0502040204020203" pitchFamily="34" charset="-34"/>
              <a:cs typeface="Leelawadee UI" panose="020B0502040204020203" pitchFamily="34" charset="-34"/>
            </a:endParaRPr>
          </a:p>
          <a:p>
            <a:pPr>
              <a:lnSpc>
                <a:spcPct val="105000"/>
              </a:lnSpc>
              <a:spcAft>
                <a:spcPts val="600"/>
              </a:spcAft>
            </a:pPr>
            <a:r>
              <a:rPr lang="en-US" sz="700" u="sng" dirty="0">
                <a:solidFill>
                  <a:schemeClr val="bg1"/>
                </a:solidFill>
                <a:latin typeface="Leelawadee UI" panose="020B0502040204020203" pitchFamily="34" charset="-34"/>
                <a:ea typeface="Inter" pitchFamily="34" charset="-122"/>
                <a:cs typeface="Leelawadee UI" panose="020B0502040204020203" pitchFamily="34" charset="-34"/>
                <a:hlinkClick r:id="" action="ppaction://noaction">
                  <a:extLst>
                    <a:ext uri="{A12FA001-AC4F-418D-AE19-62706E023703}">
                      <ahyp:hlinkClr xmlns:ahyp="http://schemas.microsoft.com/office/drawing/2018/hyperlinkcolor" val="tx"/>
                    </a:ext>
                  </a:extLst>
                </a:hlinkClick>
              </a:rPr>
              <a:t>Tim &amp; Pengurus YNKI</a:t>
            </a:r>
            <a:endParaRPr lang="en-US" sz="700" dirty="0">
              <a:solidFill>
                <a:schemeClr val="bg1"/>
              </a:solidFill>
              <a:latin typeface="Leelawadee UI" panose="020B0502040204020203" pitchFamily="34" charset="-34"/>
              <a:cs typeface="Leelawadee UI" panose="020B0502040204020203" pitchFamily="34" charset="-34"/>
            </a:endParaRPr>
          </a:p>
          <a:p>
            <a:pPr>
              <a:lnSpc>
                <a:spcPct val="105000"/>
              </a:lnSpc>
              <a:spcAft>
                <a:spcPts val="600"/>
              </a:spcAft>
            </a:pPr>
            <a:r>
              <a:rPr lang="en-US" sz="700" u="sng" dirty="0">
                <a:solidFill>
                  <a:schemeClr val="bg1"/>
                </a:solidFill>
                <a:latin typeface="Leelawadee UI" panose="020B0502040204020203" pitchFamily="34" charset="-34"/>
                <a:ea typeface="Inter" pitchFamily="34" charset="-122"/>
                <a:cs typeface="Leelawadee UI" panose="020B0502040204020203" pitchFamily="34" charset="-34"/>
                <a:hlinkClick r:id="" action="ppaction://noaction">
                  <a:extLst>
                    <a:ext uri="{A12FA001-AC4F-418D-AE19-62706E023703}">
                      <ahyp:hlinkClr xmlns:ahyp="http://schemas.microsoft.com/office/drawing/2018/hyperlinkcolor" val="tx"/>
                    </a:ext>
                  </a:extLst>
                </a:hlinkClick>
              </a:rPr>
              <a:t>LGOS: Sistem Operasi Organisasi</a:t>
            </a:r>
            <a:endParaRPr lang="en-US" sz="700" dirty="0">
              <a:solidFill>
                <a:schemeClr val="bg1"/>
              </a:solidFill>
              <a:latin typeface="Leelawadee UI" panose="020B0502040204020203" pitchFamily="34" charset="-34"/>
              <a:cs typeface="Leelawadee UI" panose="020B0502040204020203" pitchFamily="34" charset="-34"/>
            </a:endParaRPr>
          </a:p>
          <a:p>
            <a:pPr>
              <a:lnSpc>
                <a:spcPct val="105000"/>
              </a:lnSpc>
              <a:spcAft>
                <a:spcPts val="600"/>
              </a:spcAft>
            </a:pPr>
            <a:r>
              <a:rPr lang="en-US" sz="700" u="sng" dirty="0">
                <a:solidFill>
                  <a:schemeClr val="bg1"/>
                </a:solidFill>
                <a:latin typeface="Leelawadee UI" panose="020B0502040204020203" pitchFamily="34" charset="-34"/>
                <a:ea typeface="Inter" pitchFamily="34" charset="-122"/>
                <a:cs typeface="Leelawadee UI" panose="020B0502040204020203" pitchFamily="34" charset="-34"/>
              </a:rPr>
              <a:t>Portfolio</a:t>
            </a:r>
          </a:p>
          <a:p>
            <a:pPr>
              <a:lnSpc>
                <a:spcPct val="105000"/>
              </a:lnSpc>
              <a:spcAft>
                <a:spcPts val="600"/>
              </a:spcAft>
            </a:pPr>
            <a:r>
              <a:rPr lang="id-ID" sz="700" u="sng" dirty="0">
                <a:solidFill>
                  <a:schemeClr val="bg1"/>
                </a:solidFill>
                <a:latin typeface="Leelawadee UI" panose="020B0502040204020203" pitchFamily="34" charset="-34"/>
                <a:ea typeface="Inter" pitchFamily="34" charset="-122"/>
                <a:cs typeface="Leelawadee UI" panose="020B0502040204020203" pitchFamily="34" charset="-34"/>
                <a:hlinkClick r:id="" action="ppaction://noaction">
                  <a:extLst>
                    <a:ext uri="{A12FA001-AC4F-418D-AE19-62706E023703}">
                      <ahyp:hlinkClr xmlns:ahyp="http://schemas.microsoft.com/office/drawing/2018/hyperlinkcolor" val="tx"/>
                    </a:ext>
                  </a:extLst>
                </a:hlinkClick>
              </a:rPr>
              <a:t>Transparansi &amp; Laporan</a:t>
            </a:r>
            <a:r>
              <a:rPr lang="id-ID" sz="700" u="sng" dirty="0">
                <a:solidFill>
                  <a:schemeClr val="bg1"/>
                </a:solidFill>
                <a:latin typeface="Leelawadee UI" panose="020B0502040204020203" pitchFamily="34" charset="-34"/>
                <a:ea typeface="Inter" pitchFamily="34" charset="-122"/>
                <a:cs typeface="Leelawadee UI" panose="020B0502040204020203" pitchFamily="34" charset="-34"/>
              </a:rPr>
              <a:t> </a:t>
            </a:r>
            <a:r>
              <a:rPr lang="en-US" sz="700" u="sng" dirty="0">
                <a:solidFill>
                  <a:schemeClr val="bg1"/>
                </a:solidFill>
                <a:latin typeface="Leelawadee UI" panose="020B0502040204020203" pitchFamily="34" charset="-34"/>
                <a:ea typeface="Inter" pitchFamily="34" charset="-122"/>
                <a:cs typeface="Leelawadee UI" panose="020B0502040204020203" pitchFamily="34" charset="-34"/>
              </a:rPr>
              <a:t>Mitra</a:t>
            </a:r>
            <a:endParaRPr lang="en-US" sz="700" dirty="0">
              <a:solidFill>
                <a:schemeClr val="bg1"/>
              </a:solidFill>
              <a:latin typeface="Leelawadee UI" panose="020B0502040204020203" pitchFamily="34" charset="-34"/>
              <a:cs typeface="Leelawadee UI" panose="020B0502040204020203" pitchFamily="34" charset="-34"/>
            </a:endParaRPr>
          </a:p>
        </p:txBody>
      </p:sp>
      <p:pic>
        <p:nvPicPr>
          <p:cNvPr id="7" name="Image 2" descr="preencoded.png">
            <a:extLst>
              <a:ext uri="{FF2B5EF4-FFF2-40B4-BE49-F238E27FC236}">
                <a16:creationId xmlns:a16="http://schemas.microsoft.com/office/drawing/2014/main" id="{27CC040B-2009-162A-865B-AE9C685A9494}"/>
              </a:ext>
            </a:extLst>
          </p:cNvPr>
          <p:cNvPicPr>
            <a:picLocks noChangeAspect="1"/>
          </p:cNvPicPr>
          <p:nvPr/>
        </p:nvPicPr>
        <p:blipFill>
          <a:blip r:embed="rId5">
            <a:alphaModFix/>
          </a:blip>
          <a:stretch>
            <a:fillRect/>
          </a:stretch>
        </p:blipFill>
        <p:spPr>
          <a:xfrm>
            <a:off x="4476006" y="750522"/>
            <a:ext cx="1023863" cy="319757"/>
          </a:xfrm>
          <a:prstGeom prst="rect">
            <a:avLst/>
          </a:prstGeom>
          <a:noFill/>
        </p:spPr>
      </p:pic>
      <p:sp>
        <p:nvSpPr>
          <p:cNvPr id="8" name="Text 2">
            <a:extLst>
              <a:ext uri="{FF2B5EF4-FFF2-40B4-BE49-F238E27FC236}">
                <a16:creationId xmlns:a16="http://schemas.microsoft.com/office/drawing/2014/main" id="{9D2D1694-D392-68DA-8788-610CF8853D45}"/>
              </a:ext>
            </a:extLst>
          </p:cNvPr>
          <p:cNvSpPr/>
          <p:nvPr/>
        </p:nvSpPr>
        <p:spPr>
          <a:xfrm>
            <a:off x="4602155" y="1192914"/>
            <a:ext cx="1613762" cy="1113011"/>
          </a:xfrm>
          <a:prstGeom prst="rect">
            <a:avLst/>
          </a:prstGeom>
          <a:noFill/>
          <a:ln/>
        </p:spPr>
        <p:txBody>
          <a:bodyPr wrap="square" lIns="0" tIns="0" rIns="0" bIns="0" rtlCol="0" anchor="t"/>
          <a:lstStyle/>
          <a:p>
            <a:pPr>
              <a:lnSpc>
                <a:spcPct val="105000"/>
              </a:lnSpc>
              <a:spcAft>
                <a:spcPts val="750"/>
              </a:spcAft>
            </a:pPr>
            <a:r>
              <a:rPr lang="en-US" sz="700" u="sng" dirty="0">
                <a:solidFill>
                  <a:schemeClr val="bg1"/>
                </a:solidFill>
                <a:latin typeface="Leelawadee UI" panose="020B0502040204020203" pitchFamily="34" charset="-34"/>
                <a:ea typeface="Inter" pitchFamily="34" charset="-122"/>
                <a:cs typeface="Leelawadee UI" panose="020B0502040204020203" pitchFamily="34" charset="-34"/>
                <a:hlinkClick r:id="" action="ppaction://noaction">
                  <a:extLst>
                    <a:ext uri="{A12FA001-AC4F-418D-AE19-62706E023703}">
                      <ahyp:hlinkClr xmlns:ahyp="http://schemas.microsoft.com/office/drawing/2018/hyperlinkcolor" val="tx"/>
                    </a:ext>
                  </a:extLst>
                </a:hlinkClick>
              </a:rPr>
              <a:t>Landscape Governance</a:t>
            </a:r>
            <a:endParaRPr lang="en-US" sz="700" dirty="0">
              <a:solidFill>
                <a:schemeClr val="bg1"/>
              </a:solidFill>
              <a:latin typeface="Leelawadee UI" panose="020B0502040204020203" pitchFamily="34" charset="-34"/>
              <a:cs typeface="Leelawadee UI" panose="020B0502040204020203" pitchFamily="34" charset="-34"/>
            </a:endParaRPr>
          </a:p>
          <a:p>
            <a:pPr>
              <a:lnSpc>
                <a:spcPct val="105000"/>
              </a:lnSpc>
              <a:spcAft>
                <a:spcPts val="750"/>
              </a:spcAft>
            </a:pPr>
            <a:r>
              <a:rPr lang="en-US" sz="700" u="sng" dirty="0">
                <a:solidFill>
                  <a:schemeClr val="bg1"/>
                </a:solidFill>
                <a:latin typeface="Leelawadee UI" panose="020B0502040204020203" pitchFamily="34" charset="-34"/>
                <a:ea typeface="Inter" pitchFamily="34" charset="-122"/>
                <a:cs typeface="Leelawadee UI" panose="020B0502040204020203" pitchFamily="34" charset="-34"/>
                <a:hlinkClick r:id="" action="ppaction://noaction">
                  <a:extLst>
                    <a:ext uri="{A12FA001-AC4F-418D-AE19-62706E023703}">
                      <ahyp:hlinkClr xmlns:ahyp="http://schemas.microsoft.com/office/drawing/2018/hyperlinkcolor" val="tx"/>
                    </a:ext>
                  </a:extLst>
                </a:hlinkClick>
              </a:rPr>
              <a:t>Natural Capital &amp; Restoration </a:t>
            </a:r>
            <a:endParaRPr lang="en-US" sz="700" dirty="0">
              <a:solidFill>
                <a:schemeClr val="bg1"/>
              </a:solidFill>
              <a:latin typeface="Leelawadee UI" panose="020B0502040204020203" pitchFamily="34" charset="-34"/>
              <a:cs typeface="Leelawadee UI" panose="020B0502040204020203" pitchFamily="34" charset="-34"/>
            </a:endParaRPr>
          </a:p>
          <a:p>
            <a:pPr>
              <a:lnSpc>
                <a:spcPct val="105000"/>
              </a:lnSpc>
              <a:spcAft>
                <a:spcPts val="750"/>
              </a:spcAft>
            </a:pPr>
            <a:r>
              <a:rPr lang="en-US" sz="700" u="sng" dirty="0">
                <a:solidFill>
                  <a:schemeClr val="bg1"/>
                </a:solidFill>
                <a:latin typeface="Leelawadee UI" panose="020B0502040204020203" pitchFamily="34" charset="-34"/>
                <a:ea typeface="Inter" pitchFamily="34" charset="-122"/>
                <a:cs typeface="Leelawadee UI" panose="020B0502040204020203" pitchFamily="34" charset="-34"/>
                <a:hlinkClick r:id="" action="ppaction://noaction">
                  <a:extLst>
                    <a:ext uri="{A12FA001-AC4F-418D-AE19-62706E023703}">
                      <ahyp:hlinkClr xmlns:ahyp="http://schemas.microsoft.com/office/drawing/2018/hyperlinkcolor" val="tx"/>
                    </a:ext>
                  </a:extLst>
                </a:hlinkClick>
              </a:rPr>
              <a:t>Sustainable Commodity System </a:t>
            </a:r>
            <a:endParaRPr lang="en-US" sz="700" dirty="0">
              <a:solidFill>
                <a:schemeClr val="bg1"/>
              </a:solidFill>
              <a:latin typeface="Leelawadee UI" panose="020B0502040204020203" pitchFamily="34" charset="-34"/>
              <a:cs typeface="Leelawadee UI" panose="020B0502040204020203" pitchFamily="34" charset="-34"/>
            </a:endParaRPr>
          </a:p>
          <a:p>
            <a:pPr>
              <a:lnSpc>
                <a:spcPct val="105000"/>
              </a:lnSpc>
              <a:spcAft>
                <a:spcPts val="750"/>
              </a:spcAft>
            </a:pPr>
            <a:r>
              <a:rPr lang="en-US" sz="700" u="sng" dirty="0">
                <a:solidFill>
                  <a:schemeClr val="bg1"/>
                </a:solidFill>
                <a:latin typeface="Leelawadee UI" panose="020B0502040204020203" pitchFamily="34" charset="-34"/>
                <a:ea typeface="Inter" pitchFamily="34" charset="-122"/>
                <a:cs typeface="Leelawadee UI" panose="020B0502040204020203" pitchFamily="34" charset="-34"/>
                <a:hlinkClick r:id="" action="ppaction://noaction">
                  <a:extLst>
                    <a:ext uri="{A12FA001-AC4F-418D-AE19-62706E023703}">
                      <ahyp:hlinkClr xmlns:ahyp="http://schemas.microsoft.com/office/drawing/2018/hyperlinkcolor" val="tx"/>
                    </a:ext>
                  </a:extLst>
                </a:hlinkClick>
              </a:rPr>
              <a:t>Landscape Intelligence &amp; Innovation</a:t>
            </a:r>
            <a:endParaRPr lang="en-US" sz="700" dirty="0">
              <a:solidFill>
                <a:schemeClr val="bg1"/>
              </a:solidFill>
              <a:latin typeface="Leelawadee UI" panose="020B0502040204020203" pitchFamily="34" charset="-34"/>
              <a:cs typeface="Leelawadee UI" panose="020B0502040204020203" pitchFamily="34" charset="-34"/>
            </a:endParaRPr>
          </a:p>
          <a:p>
            <a:pPr>
              <a:lnSpc>
                <a:spcPct val="105000"/>
              </a:lnSpc>
            </a:pPr>
            <a:r>
              <a:rPr lang="en-US" sz="700" u="sng" dirty="0">
                <a:solidFill>
                  <a:schemeClr val="bg1"/>
                </a:solidFill>
                <a:latin typeface="Leelawadee UI" panose="020B0502040204020203" pitchFamily="34" charset="-34"/>
                <a:ea typeface="Inter" pitchFamily="34" charset="-122"/>
                <a:cs typeface="Leelawadee UI" panose="020B0502040204020203" pitchFamily="34" charset="-34"/>
                <a:hlinkClick r:id="" action="ppaction://noaction">
                  <a:extLst>
                    <a:ext uri="{A12FA001-AC4F-418D-AE19-62706E023703}">
                      <ahyp:hlinkClr xmlns:ahyp="http://schemas.microsoft.com/office/drawing/2018/hyperlinkcolor" val="tx"/>
                    </a:ext>
                  </a:extLst>
                </a:hlinkClick>
              </a:rPr>
              <a:t>Institutional Sustainability &amp; Partnership</a:t>
            </a:r>
            <a:endParaRPr lang="en-US" sz="700" dirty="0">
              <a:solidFill>
                <a:schemeClr val="bg1"/>
              </a:solidFill>
              <a:latin typeface="Leelawadee UI" panose="020B0502040204020203" pitchFamily="34" charset="-34"/>
              <a:cs typeface="Leelawadee UI" panose="020B0502040204020203" pitchFamily="34" charset="-34"/>
            </a:endParaRPr>
          </a:p>
        </p:txBody>
      </p:sp>
      <p:pic>
        <p:nvPicPr>
          <p:cNvPr id="9" name="Image 3" descr="preencoded.png">
            <a:extLst>
              <a:ext uri="{FF2B5EF4-FFF2-40B4-BE49-F238E27FC236}">
                <a16:creationId xmlns:a16="http://schemas.microsoft.com/office/drawing/2014/main" id="{2001BFE7-DCE5-2DCC-8E81-AD9918A0B78C}"/>
              </a:ext>
            </a:extLst>
          </p:cNvPr>
          <p:cNvPicPr>
            <a:picLocks noChangeAspect="1"/>
          </p:cNvPicPr>
          <p:nvPr/>
        </p:nvPicPr>
        <p:blipFill>
          <a:blip r:embed="rId6">
            <a:alphaModFix/>
          </a:blip>
          <a:stretch>
            <a:fillRect/>
          </a:stretch>
        </p:blipFill>
        <p:spPr>
          <a:xfrm>
            <a:off x="6011800" y="748894"/>
            <a:ext cx="1350710" cy="319757"/>
          </a:xfrm>
          <a:prstGeom prst="rect">
            <a:avLst/>
          </a:prstGeom>
          <a:noFill/>
        </p:spPr>
      </p:pic>
      <p:sp>
        <p:nvSpPr>
          <p:cNvPr id="10" name="Text 3">
            <a:extLst>
              <a:ext uri="{FF2B5EF4-FFF2-40B4-BE49-F238E27FC236}">
                <a16:creationId xmlns:a16="http://schemas.microsoft.com/office/drawing/2014/main" id="{F64C4959-AD5B-3E67-51F7-F360C0D74DEE}"/>
              </a:ext>
            </a:extLst>
          </p:cNvPr>
          <p:cNvSpPr/>
          <p:nvPr/>
        </p:nvSpPr>
        <p:spPr>
          <a:xfrm>
            <a:off x="6044549" y="1190901"/>
            <a:ext cx="1701579" cy="628576"/>
          </a:xfrm>
          <a:prstGeom prst="rect">
            <a:avLst/>
          </a:prstGeom>
          <a:noFill/>
          <a:ln/>
        </p:spPr>
        <p:txBody>
          <a:bodyPr wrap="square" lIns="0" tIns="0" rIns="0" bIns="0" rtlCol="0" anchor="t"/>
          <a:lstStyle/>
          <a:p>
            <a:pPr>
              <a:lnSpc>
                <a:spcPct val="105000"/>
              </a:lnSpc>
              <a:spcAft>
                <a:spcPts val="750"/>
              </a:spcAft>
            </a:pPr>
            <a:r>
              <a:rPr lang="en-US" sz="700" u="sng" dirty="0">
                <a:solidFill>
                  <a:schemeClr val="bg1"/>
                </a:solidFill>
                <a:latin typeface="Leelawadee UI" panose="020B0502040204020203" pitchFamily="34" charset="-34"/>
                <a:ea typeface="Inter" pitchFamily="34" charset="-122"/>
                <a:cs typeface="Leelawadee UI" panose="020B0502040204020203" pitchFamily="34" charset="-34"/>
                <a:hlinkClick r:id="" action="ppaction://noaction">
                  <a:extLst>
                    <a:ext uri="{A12FA001-AC4F-418D-AE19-62706E023703}">
                      <ahyp:hlinkClr xmlns:ahyp="http://schemas.microsoft.com/office/drawing/2018/hyperlinkcolor" val="tx"/>
                    </a:ext>
                  </a:extLst>
                </a:hlinkClick>
              </a:rPr>
              <a:t>Dampak  </a:t>
            </a:r>
            <a:endParaRPr lang="en-US" sz="700" dirty="0">
              <a:solidFill>
                <a:schemeClr val="bg1"/>
              </a:solidFill>
              <a:latin typeface="Leelawadee UI" panose="020B0502040204020203" pitchFamily="34" charset="-34"/>
              <a:cs typeface="Leelawadee UI" panose="020B0502040204020203" pitchFamily="34" charset="-34"/>
            </a:endParaRPr>
          </a:p>
          <a:p>
            <a:pPr>
              <a:lnSpc>
                <a:spcPct val="105000"/>
              </a:lnSpc>
              <a:spcAft>
                <a:spcPts val="750"/>
              </a:spcAft>
            </a:pPr>
            <a:r>
              <a:rPr lang="en-US" sz="700" u="sng" dirty="0">
                <a:solidFill>
                  <a:schemeClr val="bg1"/>
                </a:solidFill>
                <a:latin typeface="Leelawadee UI" panose="020B0502040204020203" pitchFamily="34" charset="-34"/>
                <a:ea typeface="Inter" pitchFamily="34" charset="-122"/>
                <a:cs typeface="Leelawadee UI" panose="020B0502040204020203" pitchFamily="34" charset="-34"/>
                <a:hlinkClick r:id="" action="ppaction://noaction">
                  <a:extLst>
                    <a:ext uri="{A12FA001-AC4F-418D-AE19-62706E023703}">
                      <ahyp:hlinkClr xmlns:ahyp="http://schemas.microsoft.com/office/drawing/2018/hyperlinkcolor" val="tx"/>
                    </a:ext>
                  </a:extLst>
                </a:hlinkClick>
              </a:rPr>
              <a:t>Kisah Perubahan </a:t>
            </a:r>
            <a:endParaRPr lang="en-US" sz="700" dirty="0">
              <a:solidFill>
                <a:schemeClr val="bg1"/>
              </a:solidFill>
              <a:latin typeface="Leelawadee UI" panose="020B0502040204020203" pitchFamily="34" charset="-34"/>
              <a:cs typeface="Leelawadee UI" panose="020B0502040204020203" pitchFamily="34" charset="-34"/>
            </a:endParaRPr>
          </a:p>
          <a:p>
            <a:pPr>
              <a:lnSpc>
                <a:spcPct val="129000"/>
              </a:lnSpc>
            </a:pPr>
            <a:r>
              <a:rPr lang="en-US" sz="700" u="sng" dirty="0">
                <a:solidFill>
                  <a:schemeClr val="bg1"/>
                </a:solidFill>
                <a:latin typeface="Leelawadee UI" panose="020B0502040204020203" pitchFamily="34" charset="-34"/>
                <a:ea typeface="Inter" pitchFamily="34" charset="-122"/>
                <a:cs typeface="Leelawadee UI" panose="020B0502040204020203" pitchFamily="34" charset="-34"/>
                <a:hlinkClick r:id="" action="ppaction://noaction">
                  <a:extLst>
                    <a:ext uri="{A12FA001-AC4F-418D-AE19-62706E023703}">
                      <ahyp:hlinkClr xmlns:ahyp="http://schemas.microsoft.com/office/drawing/2018/hyperlinkcolor" val="tx"/>
                    </a:ext>
                  </a:extLst>
                </a:hlinkClick>
              </a:rPr>
              <a:t>Liputan Media</a:t>
            </a:r>
            <a:endParaRPr lang="en-US" sz="700" dirty="0">
              <a:solidFill>
                <a:schemeClr val="bg1"/>
              </a:solidFill>
              <a:latin typeface="Leelawadee UI" panose="020B0502040204020203" pitchFamily="34" charset="-34"/>
              <a:cs typeface="Leelawadee UI" panose="020B0502040204020203" pitchFamily="34" charset="-34"/>
            </a:endParaRPr>
          </a:p>
        </p:txBody>
      </p:sp>
      <p:pic>
        <p:nvPicPr>
          <p:cNvPr id="11" name="Image 4" descr="preencoded.png">
            <a:extLst>
              <a:ext uri="{FF2B5EF4-FFF2-40B4-BE49-F238E27FC236}">
                <a16:creationId xmlns:a16="http://schemas.microsoft.com/office/drawing/2014/main" id="{D5668169-790D-C61F-3EF9-BD36F1611E04}"/>
              </a:ext>
            </a:extLst>
          </p:cNvPr>
          <p:cNvPicPr>
            <a:picLocks noChangeAspect="1"/>
          </p:cNvPicPr>
          <p:nvPr/>
        </p:nvPicPr>
        <p:blipFill>
          <a:blip r:embed="rId7">
            <a:alphaModFix/>
          </a:blip>
          <a:stretch>
            <a:fillRect/>
          </a:stretch>
        </p:blipFill>
        <p:spPr>
          <a:xfrm>
            <a:off x="7440942" y="743549"/>
            <a:ext cx="1350711" cy="319757"/>
          </a:xfrm>
          <a:prstGeom prst="rect">
            <a:avLst/>
          </a:prstGeom>
          <a:noFill/>
        </p:spPr>
      </p:pic>
      <p:sp>
        <p:nvSpPr>
          <p:cNvPr id="12" name="Text 4">
            <a:extLst>
              <a:ext uri="{FF2B5EF4-FFF2-40B4-BE49-F238E27FC236}">
                <a16:creationId xmlns:a16="http://schemas.microsoft.com/office/drawing/2014/main" id="{A7539094-D74C-AAB9-AD6F-408C61EF059A}"/>
              </a:ext>
            </a:extLst>
          </p:cNvPr>
          <p:cNvSpPr/>
          <p:nvPr/>
        </p:nvSpPr>
        <p:spPr>
          <a:xfrm>
            <a:off x="7525326" y="1185941"/>
            <a:ext cx="1881635" cy="1355229"/>
          </a:xfrm>
          <a:prstGeom prst="rect">
            <a:avLst/>
          </a:prstGeom>
          <a:noFill/>
          <a:ln/>
        </p:spPr>
        <p:txBody>
          <a:bodyPr wrap="square" lIns="0" tIns="0" rIns="0" bIns="0" rtlCol="0" anchor="t"/>
          <a:lstStyle/>
          <a:p>
            <a:pPr>
              <a:lnSpc>
                <a:spcPct val="105000"/>
              </a:lnSpc>
              <a:spcAft>
                <a:spcPts val="750"/>
              </a:spcAft>
            </a:pPr>
            <a:r>
              <a:rPr lang="en-US" sz="700" u="sng" dirty="0">
                <a:solidFill>
                  <a:schemeClr val="bg1"/>
                </a:solidFill>
                <a:latin typeface="Leelawadee UI" panose="020B0502040204020203" pitchFamily="34" charset="-34"/>
                <a:ea typeface="Inter" pitchFamily="34" charset="-122"/>
                <a:cs typeface="Leelawadee UI" panose="020B0502040204020203" pitchFamily="34" charset="-34"/>
                <a:hlinkClick r:id="" action="ppaction://noaction">
                  <a:extLst>
                    <a:ext uri="{A12FA001-AC4F-418D-AE19-62706E023703}">
                      <ahyp:hlinkClr xmlns:ahyp="http://schemas.microsoft.com/office/drawing/2018/hyperlinkcolor" val="tx"/>
                    </a:ext>
                  </a:extLst>
                </a:hlinkClick>
              </a:rPr>
              <a:t>News &amp; Features</a:t>
            </a:r>
            <a:endParaRPr lang="en-US" sz="700" dirty="0">
              <a:solidFill>
                <a:schemeClr val="bg1"/>
              </a:solidFill>
              <a:latin typeface="Leelawadee UI" panose="020B0502040204020203" pitchFamily="34" charset="-34"/>
              <a:cs typeface="Leelawadee UI" panose="020B0502040204020203" pitchFamily="34" charset="-34"/>
            </a:endParaRPr>
          </a:p>
          <a:p>
            <a:pPr>
              <a:lnSpc>
                <a:spcPct val="105000"/>
              </a:lnSpc>
              <a:spcAft>
                <a:spcPts val="750"/>
              </a:spcAft>
            </a:pPr>
            <a:r>
              <a:rPr lang="en-US" sz="700" u="sng" dirty="0">
                <a:solidFill>
                  <a:schemeClr val="bg1"/>
                </a:solidFill>
                <a:latin typeface="Leelawadee UI" panose="020B0502040204020203" pitchFamily="34" charset="-34"/>
                <a:ea typeface="Inter" pitchFamily="34" charset="-122"/>
                <a:cs typeface="Leelawadee UI" panose="020B0502040204020203" pitchFamily="34" charset="-34"/>
                <a:hlinkClick r:id="" action="ppaction://noaction">
                  <a:extLst>
                    <a:ext uri="{A12FA001-AC4F-418D-AE19-62706E023703}">
                      <ahyp:hlinkClr xmlns:ahyp="http://schemas.microsoft.com/office/drawing/2018/hyperlinkcolor" val="tx"/>
                    </a:ext>
                  </a:extLst>
                </a:hlinkClick>
              </a:rPr>
              <a:t>Penelitian &amp; Laporan</a:t>
            </a:r>
            <a:endParaRPr lang="en-US" sz="700" dirty="0">
              <a:solidFill>
                <a:schemeClr val="bg1"/>
              </a:solidFill>
              <a:latin typeface="Leelawadee UI" panose="020B0502040204020203" pitchFamily="34" charset="-34"/>
              <a:cs typeface="Leelawadee UI" panose="020B0502040204020203" pitchFamily="34" charset="-34"/>
            </a:endParaRPr>
          </a:p>
          <a:p>
            <a:pPr>
              <a:lnSpc>
                <a:spcPct val="105000"/>
              </a:lnSpc>
              <a:spcAft>
                <a:spcPts val="750"/>
              </a:spcAft>
            </a:pPr>
            <a:r>
              <a:rPr lang="en-US" sz="700" u="sng" dirty="0">
                <a:solidFill>
                  <a:schemeClr val="bg1"/>
                </a:solidFill>
                <a:latin typeface="Leelawadee UI" panose="020B0502040204020203" pitchFamily="34" charset="-34"/>
                <a:ea typeface="Inter" pitchFamily="34" charset="-122"/>
                <a:cs typeface="Leelawadee UI" panose="020B0502040204020203" pitchFamily="34" charset="-34"/>
                <a:hlinkClick r:id="" action="ppaction://noaction">
                  <a:extLst>
                    <a:ext uri="{A12FA001-AC4F-418D-AE19-62706E023703}">
                      <ahyp:hlinkClr xmlns:ahyp="http://schemas.microsoft.com/office/drawing/2018/hyperlinkcolor" val="tx"/>
                    </a:ext>
                  </a:extLst>
                </a:hlinkClick>
              </a:rPr>
              <a:t>Analisis &amp; Kebijakan</a:t>
            </a:r>
            <a:endParaRPr lang="en-US" sz="700" dirty="0">
              <a:solidFill>
                <a:schemeClr val="bg1"/>
              </a:solidFill>
              <a:latin typeface="Leelawadee UI" panose="020B0502040204020203" pitchFamily="34" charset="-34"/>
              <a:cs typeface="Leelawadee UI" panose="020B0502040204020203" pitchFamily="34" charset="-34"/>
            </a:endParaRPr>
          </a:p>
          <a:p>
            <a:pPr>
              <a:lnSpc>
                <a:spcPct val="105000"/>
              </a:lnSpc>
              <a:spcAft>
                <a:spcPts val="750"/>
              </a:spcAft>
            </a:pPr>
            <a:r>
              <a:rPr lang="en-US" sz="700" u="sng" dirty="0">
                <a:solidFill>
                  <a:schemeClr val="bg1"/>
                </a:solidFill>
                <a:latin typeface="Leelawadee UI" panose="020B0502040204020203" pitchFamily="34" charset="-34"/>
                <a:ea typeface="Inter" pitchFamily="34" charset="-122"/>
                <a:cs typeface="Leelawadee UI" panose="020B0502040204020203" pitchFamily="34" charset="-34"/>
                <a:hlinkClick r:id="" action="ppaction://noaction">
                  <a:extLst>
                    <a:ext uri="{A12FA001-AC4F-418D-AE19-62706E023703}">
                      <ahyp:hlinkClr xmlns:ahyp="http://schemas.microsoft.com/office/drawing/2018/hyperlinkcolor" val="tx"/>
                    </a:ext>
                  </a:extLst>
                </a:hlinkClick>
              </a:rPr>
              <a:t>Perspektif Budaya</a:t>
            </a:r>
            <a:endParaRPr lang="en-US" sz="700" dirty="0">
              <a:solidFill>
                <a:schemeClr val="bg1"/>
              </a:solidFill>
              <a:latin typeface="Leelawadee UI" panose="020B0502040204020203" pitchFamily="34" charset="-34"/>
              <a:cs typeface="Leelawadee UI" panose="020B0502040204020203" pitchFamily="34" charset="-34"/>
            </a:endParaRPr>
          </a:p>
          <a:p>
            <a:pPr>
              <a:lnSpc>
                <a:spcPct val="105000"/>
              </a:lnSpc>
              <a:spcAft>
                <a:spcPts val="750"/>
              </a:spcAft>
            </a:pPr>
            <a:r>
              <a:rPr lang="en-US" sz="700" u="sng" dirty="0">
                <a:solidFill>
                  <a:schemeClr val="bg1"/>
                </a:solidFill>
                <a:latin typeface="Leelawadee UI" panose="020B0502040204020203" pitchFamily="34" charset="-34"/>
                <a:ea typeface="Inter" pitchFamily="34" charset="-122"/>
                <a:cs typeface="Leelawadee UI" panose="020B0502040204020203" pitchFamily="34" charset="-34"/>
                <a:hlinkClick r:id="" action="ppaction://noaction">
                  <a:extLst>
                    <a:ext uri="{A12FA001-AC4F-418D-AE19-62706E023703}">
                      <ahyp:hlinkClr xmlns:ahyp="http://schemas.microsoft.com/office/drawing/2018/hyperlinkcolor" val="tx"/>
                    </a:ext>
                  </a:extLst>
                </a:hlinkClick>
              </a:rPr>
              <a:t>Data Spasial dan GIS</a:t>
            </a:r>
            <a:endParaRPr lang="en-US" sz="700" dirty="0">
              <a:solidFill>
                <a:schemeClr val="bg1"/>
              </a:solidFill>
              <a:latin typeface="Leelawadee UI" panose="020B0502040204020203" pitchFamily="34" charset="-34"/>
              <a:cs typeface="Leelawadee UI" panose="020B0502040204020203" pitchFamily="34" charset="-34"/>
            </a:endParaRPr>
          </a:p>
          <a:p>
            <a:pPr>
              <a:lnSpc>
                <a:spcPct val="129000"/>
              </a:lnSpc>
            </a:pPr>
            <a:r>
              <a:rPr lang="en-US" sz="700" u="sng" dirty="0">
                <a:solidFill>
                  <a:schemeClr val="bg1"/>
                </a:solidFill>
                <a:latin typeface="Leelawadee UI" panose="020B0502040204020203" pitchFamily="34" charset="-34"/>
                <a:ea typeface="Inter" pitchFamily="34" charset="-122"/>
                <a:cs typeface="Leelawadee UI" panose="020B0502040204020203" pitchFamily="34" charset="-34"/>
                <a:hlinkClick r:id="" action="ppaction://noaction">
                  <a:extLst>
                    <a:ext uri="{A12FA001-AC4F-418D-AE19-62706E023703}">
                      <ahyp:hlinkClr xmlns:ahyp="http://schemas.microsoft.com/office/drawing/2018/hyperlinkcolor" val="tx"/>
                    </a:ext>
                  </a:extLst>
                </a:hlinkClick>
              </a:rPr>
              <a:t>Story Foto &amp; Video</a:t>
            </a:r>
            <a:endParaRPr lang="en-US" sz="700" dirty="0">
              <a:solidFill>
                <a:schemeClr val="bg1"/>
              </a:solidFill>
              <a:latin typeface="Leelawadee UI" panose="020B0502040204020203" pitchFamily="34" charset="-34"/>
              <a:cs typeface="Leelawadee UI" panose="020B0502040204020203" pitchFamily="34" charset="-34"/>
            </a:endParaRPr>
          </a:p>
        </p:txBody>
      </p:sp>
      <p:sp>
        <p:nvSpPr>
          <p:cNvPr id="13" name="Text 5">
            <a:extLst>
              <a:ext uri="{FF2B5EF4-FFF2-40B4-BE49-F238E27FC236}">
                <a16:creationId xmlns:a16="http://schemas.microsoft.com/office/drawing/2014/main" id="{EBEDA029-BF44-8171-186F-997783A00D38}"/>
              </a:ext>
            </a:extLst>
          </p:cNvPr>
          <p:cNvSpPr/>
          <p:nvPr/>
        </p:nvSpPr>
        <p:spPr>
          <a:xfrm>
            <a:off x="496120" y="2557760"/>
            <a:ext cx="8151763" cy="726728"/>
          </a:xfrm>
          <a:prstGeom prst="rect">
            <a:avLst/>
          </a:prstGeom>
          <a:noFill/>
          <a:ln/>
        </p:spPr>
        <p:txBody>
          <a:bodyPr wrap="square" lIns="0" tIns="0" rIns="0" bIns="0" rtlCol="0" anchor="t">
            <a:normAutofit fontScale="92500" lnSpcReduction="20000"/>
          </a:bodyPr>
          <a:lstStyle/>
          <a:p>
            <a:pPr algn="ctr">
              <a:lnSpc>
                <a:spcPct val="104000"/>
              </a:lnSpc>
            </a:pPr>
            <a:r>
              <a:rPr lang="en-US" sz="2800" dirty="0">
                <a:solidFill>
                  <a:schemeClr val="bg1"/>
                </a:solidFill>
                <a:latin typeface="Leelawadee UI" panose="020B0502040204020203" pitchFamily="34" charset="-34"/>
                <a:ea typeface="DM Sans Medium" pitchFamily="34" charset="-122"/>
                <a:cs typeface="Leelawadee UI" panose="020B0502040204020203" pitchFamily="34" charset="-34"/>
              </a:rPr>
              <a:t>Memperkuat Tata Kelola Lanskap yang Inklusif </a:t>
            </a:r>
          </a:p>
          <a:p>
            <a:pPr algn="ctr">
              <a:lnSpc>
                <a:spcPct val="104000"/>
              </a:lnSpc>
            </a:pPr>
            <a:r>
              <a:rPr lang="en-US" sz="2800" dirty="0">
                <a:solidFill>
                  <a:schemeClr val="bg1"/>
                </a:solidFill>
                <a:latin typeface="Leelawadee UI" panose="020B0502040204020203" pitchFamily="34" charset="-34"/>
                <a:ea typeface="DM Sans Medium" pitchFamily="34" charset="-122"/>
                <a:cs typeface="Leelawadee UI" panose="020B0502040204020203" pitchFamily="34" charset="-34"/>
              </a:rPr>
              <a:t>dan Kolaboratif</a:t>
            </a:r>
            <a:endParaRPr lang="en-US" sz="2800" dirty="0">
              <a:solidFill>
                <a:schemeClr val="bg1"/>
              </a:solidFill>
              <a:latin typeface="Leelawadee UI" panose="020B0502040204020203" pitchFamily="34" charset="-34"/>
              <a:cs typeface="Leelawadee UI" panose="020B0502040204020203" pitchFamily="34" charset="-34"/>
            </a:endParaRPr>
          </a:p>
        </p:txBody>
      </p:sp>
      <p:sp>
        <p:nvSpPr>
          <p:cNvPr id="14" name="Text 6">
            <a:extLst>
              <a:ext uri="{FF2B5EF4-FFF2-40B4-BE49-F238E27FC236}">
                <a16:creationId xmlns:a16="http://schemas.microsoft.com/office/drawing/2014/main" id="{6B8D2E2D-CFC8-BA21-35CC-02EA5DD12605}"/>
              </a:ext>
            </a:extLst>
          </p:cNvPr>
          <p:cNvSpPr/>
          <p:nvPr/>
        </p:nvSpPr>
        <p:spPr>
          <a:xfrm>
            <a:off x="496119" y="3349277"/>
            <a:ext cx="8151763" cy="540693"/>
          </a:xfrm>
          <a:prstGeom prst="rect">
            <a:avLst/>
          </a:prstGeom>
          <a:noFill/>
          <a:ln/>
        </p:spPr>
        <p:txBody>
          <a:bodyPr wrap="square" lIns="0" tIns="0" rIns="0" bIns="0" rtlCol="0" anchor="t">
            <a:normAutofit lnSpcReduction="10000"/>
          </a:bodyPr>
          <a:lstStyle/>
          <a:p>
            <a:pPr algn="ctr">
              <a:lnSpc>
                <a:spcPct val="129000"/>
              </a:lnSpc>
            </a:pPr>
            <a:r>
              <a:rPr lang="en-US" sz="1000" dirty="0">
                <a:solidFill>
                  <a:srgbClr val="FFFFFF"/>
                </a:solidFill>
                <a:latin typeface="Leelawadee UI" panose="020B0502040204020203" pitchFamily="34" charset="-34"/>
                <a:ea typeface="Inter" pitchFamily="34" charset="-122"/>
                <a:cs typeface="Leelawadee UI" panose="020B0502040204020203" pitchFamily="34" charset="-34"/>
              </a:rPr>
              <a:t>Lanskap bukan sekadar wilayah di peta, melainkan ruang hidup tempat manusia, alam, dan ekonomi saling bergantung. Kami memperkuat kolaborasi antara pemerintah, masyarakat, sektor swasta, dan donor untuk membangun lanskap yang sehat, produktif, tangguh, dan berkelanjutan bagi generasi sekarang dan yang akan datang.</a:t>
            </a:r>
            <a:endParaRPr lang="en-US" sz="1000" dirty="0">
              <a:latin typeface="Leelawadee UI" panose="020B0502040204020203" pitchFamily="34" charset="-34"/>
              <a:cs typeface="Leelawadee UI" panose="020B0502040204020203" pitchFamily="34" charset="-34"/>
            </a:endParaRPr>
          </a:p>
        </p:txBody>
      </p:sp>
      <p:pic>
        <p:nvPicPr>
          <p:cNvPr id="15" name="Image 5" descr="preencoded.png">
            <a:hlinkClick r:id="" action="ppaction://noaction"/>
            <a:extLst>
              <a:ext uri="{FF2B5EF4-FFF2-40B4-BE49-F238E27FC236}">
                <a16:creationId xmlns:a16="http://schemas.microsoft.com/office/drawing/2014/main" id="{CEE58D3A-D69F-560F-D343-9F7EAFD75120}"/>
              </a:ext>
            </a:extLst>
          </p:cNvPr>
          <p:cNvPicPr>
            <a:picLocks noChangeAspect="1"/>
          </p:cNvPicPr>
          <p:nvPr/>
        </p:nvPicPr>
        <p:blipFill>
          <a:blip r:embed="rId8"/>
          <a:stretch>
            <a:fillRect/>
          </a:stretch>
        </p:blipFill>
        <p:spPr>
          <a:xfrm>
            <a:off x="833938" y="4202688"/>
            <a:ext cx="1093276" cy="233107"/>
          </a:xfrm>
          <a:prstGeom prst="rect">
            <a:avLst/>
          </a:prstGeom>
        </p:spPr>
      </p:pic>
      <p:sp>
        <p:nvSpPr>
          <p:cNvPr id="16" name="Shape 7">
            <a:extLst>
              <a:ext uri="{FF2B5EF4-FFF2-40B4-BE49-F238E27FC236}">
                <a16:creationId xmlns:a16="http://schemas.microsoft.com/office/drawing/2014/main" id="{52A60DD1-2014-C60C-FE95-23C86F2A438A}"/>
              </a:ext>
            </a:extLst>
          </p:cNvPr>
          <p:cNvSpPr/>
          <p:nvPr/>
        </p:nvSpPr>
        <p:spPr>
          <a:xfrm>
            <a:off x="2172422" y="4205533"/>
            <a:ext cx="1239122" cy="213792"/>
          </a:xfrm>
          <a:prstGeom prst="roundRect">
            <a:avLst>
              <a:gd name="adj" fmla="val 6527"/>
            </a:avLst>
          </a:prstGeom>
          <a:solidFill>
            <a:srgbClr val="E3E3E8"/>
          </a:solidFill>
          <a:ln/>
        </p:spPr>
        <p:txBody>
          <a:bodyPr/>
          <a:lstStyle/>
          <a:p>
            <a:endParaRPr lang="en-ID">
              <a:latin typeface="Leelawadee UI" panose="020B0502040204020203" pitchFamily="34" charset="-34"/>
              <a:cs typeface="Leelawadee UI" panose="020B0502040204020203" pitchFamily="34" charset="-34"/>
            </a:endParaRPr>
          </a:p>
        </p:txBody>
      </p:sp>
      <p:pic>
        <p:nvPicPr>
          <p:cNvPr id="17" name="Image 6" descr="preencoded.png">
            <a:extLst>
              <a:ext uri="{FF2B5EF4-FFF2-40B4-BE49-F238E27FC236}">
                <a16:creationId xmlns:a16="http://schemas.microsoft.com/office/drawing/2014/main" id="{5B1742E6-AE76-1756-C565-955046FF150F}"/>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2242147" y="4265883"/>
            <a:ext cx="93018" cy="93018"/>
          </a:xfrm>
          <a:prstGeom prst="rect">
            <a:avLst/>
          </a:prstGeom>
        </p:spPr>
      </p:pic>
      <p:sp>
        <p:nvSpPr>
          <p:cNvPr id="18" name="Text 8">
            <a:extLst>
              <a:ext uri="{FF2B5EF4-FFF2-40B4-BE49-F238E27FC236}">
                <a16:creationId xmlns:a16="http://schemas.microsoft.com/office/drawing/2014/main" id="{FFEE889D-3510-056B-1A7F-062F4B04DEAA}"/>
              </a:ext>
            </a:extLst>
          </p:cNvPr>
          <p:cNvSpPr/>
          <p:nvPr/>
        </p:nvSpPr>
        <p:spPr>
          <a:xfrm>
            <a:off x="2381673" y="4240359"/>
            <a:ext cx="1254621" cy="144140"/>
          </a:xfrm>
          <a:prstGeom prst="rect">
            <a:avLst/>
          </a:prstGeom>
          <a:noFill/>
          <a:ln/>
        </p:spPr>
        <p:txBody>
          <a:bodyPr wrap="none" lIns="0" tIns="0" rIns="0" bIns="0" rtlCol="0" anchor="t"/>
          <a:lstStyle/>
          <a:p>
            <a:pPr>
              <a:lnSpc>
                <a:spcPct val="129000"/>
              </a:lnSpc>
            </a:pPr>
            <a:r>
              <a:rPr lang="en-US" sz="700" dirty="0">
                <a:solidFill>
                  <a:srgbClr val="161613"/>
                </a:solidFill>
                <a:latin typeface="Leelawadee UI" panose="020B0502040204020203" pitchFamily="34" charset="-34"/>
                <a:ea typeface="Inter" pitchFamily="34" charset="-122"/>
                <a:cs typeface="Leelawadee UI" panose="020B0502040204020203" pitchFamily="34" charset="-34"/>
              </a:rPr>
              <a:t>NATURE FOR LIVINGS</a:t>
            </a:r>
            <a:endParaRPr lang="en-US" sz="700" dirty="0">
              <a:latin typeface="Leelawadee UI" panose="020B0502040204020203" pitchFamily="34" charset="-34"/>
              <a:cs typeface="Leelawadee UI" panose="020B0502040204020203" pitchFamily="34" charset="-34"/>
            </a:endParaRPr>
          </a:p>
        </p:txBody>
      </p:sp>
      <p:sp>
        <p:nvSpPr>
          <p:cNvPr id="19" name="Shape 9">
            <a:extLst>
              <a:ext uri="{FF2B5EF4-FFF2-40B4-BE49-F238E27FC236}">
                <a16:creationId xmlns:a16="http://schemas.microsoft.com/office/drawing/2014/main" id="{8195ADC4-D424-6E3F-D981-C771F41E4423}"/>
              </a:ext>
            </a:extLst>
          </p:cNvPr>
          <p:cNvSpPr/>
          <p:nvPr/>
        </p:nvSpPr>
        <p:spPr>
          <a:xfrm>
            <a:off x="3491986" y="4205533"/>
            <a:ext cx="912316" cy="213792"/>
          </a:xfrm>
          <a:prstGeom prst="roundRect">
            <a:avLst>
              <a:gd name="adj" fmla="val 6527"/>
            </a:avLst>
          </a:prstGeom>
          <a:solidFill>
            <a:srgbClr val="E3E3E8"/>
          </a:solidFill>
          <a:ln/>
        </p:spPr>
        <p:txBody>
          <a:bodyPr/>
          <a:lstStyle/>
          <a:p>
            <a:endParaRPr lang="en-ID">
              <a:latin typeface="Leelawadee UI" panose="020B0502040204020203" pitchFamily="34" charset="-34"/>
              <a:cs typeface="Leelawadee UI" panose="020B0502040204020203" pitchFamily="34" charset="-34"/>
            </a:endParaRPr>
          </a:p>
        </p:txBody>
      </p:sp>
      <p:sp>
        <p:nvSpPr>
          <p:cNvPr id="20" name="Text 10">
            <a:extLst>
              <a:ext uri="{FF2B5EF4-FFF2-40B4-BE49-F238E27FC236}">
                <a16:creationId xmlns:a16="http://schemas.microsoft.com/office/drawing/2014/main" id="{44E49497-C1C7-B3B0-7CDD-EC0213E55617}"/>
              </a:ext>
            </a:extLst>
          </p:cNvPr>
          <p:cNvSpPr/>
          <p:nvPr/>
        </p:nvSpPr>
        <p:spPr>
          <a:xfrm>
            <a:off x="3620795" y="4240359"/>
            <a:ext cx="1091803" cy="144140"/>
          </a:xfrm>
          <a:prstGeom prst="rect">
            <a:avLst/>
          </a:prstGeom>
          <a:noFill/>
          <a:ln/>
        </p:spPr>
        <p:txBody>
          <a:bodyPr wrap="none" lIns="0" tIns="0" rIns="0" bIns="0" rtlCol="0" anchor="t"/>
          <a:lstStyle/>
          <a:p>
            <a:pPr>
              <a:lnSpc>
                <a:spcPct val="129000"/>
              </a:lnSpc>
            </a:pPr>
            <a:r>
              <a:rPr lang="en-US" sz="700" dirty="0">
                <a:solidFill>
                  <a:srgbClr val="161613"/>
                </a:solidFill>
                <a:latin typeface="Leelawadee UI" panose="020B0502040204020203" pitchFamily="34" charset="-34"/>
                <a:ea typeface="Inter" pitchFamily="34" charset="-122"/>
                <a:cs typeface="Leelawadee UI" panose="020B0502040204020203" pitchFamily="34" charset="-34"/>
              </a:rPr>
              <a:t>KALIMANTAN </a:t>
            </a:r>
            <a:endParaRPr lang="en-US" sz="700" dirty="0">
              <a:latin typeface="Leelawadee UI" panose="020B0502040204020203" pitchFamily="34" charset="-34"/>
              <a:cs typeface="Leelawadee UI" panose="020B0502040204020203" pitchFamily="34" charset="-34"/>
            </a:endParaRPr>
          </a:p>
        </p:txBody>
      </p:sp>
      <p:sp>
        <p:nvSpPr>
          <p:cNvPr id="21" name="Shape 11">
            <a:extLst>
              <a:ext uri="{FF2B5EF4-FFF2-40B4-BE49-F238E27FC236}">
                <a16:creationId xmlns:a16="http://schemas.microsoft.com/office/drawing/2014/main" id="{FED54C96-6388-3DDD-076C-2727BC5FAF47}"/>
              </a:ext>
            </a:extLst>
          </p:cNvPr>
          <p:cNvSpPr/>
          <p:nvPr/>
        </p:nvSpPr>
        <p:spPr>
          <a:xfrm>
            <a:off x="4462419" y="4205533"/>
            <a:ext cx="1369516" cy="213792"/>
          </a:xfrm>
          <a:prstGeom prst="roundRect">
            <a:avLst>
              <a:gd name="adj" fmla="val 6527"/>
            </a:avLst>
          </a:prstGeom>
          <a:solidFill>
            <a:srgbClr val="E3E3E8"/>
          </a:solidFill>
          <a:ln/>
        </p:spPr>
        <p:txBody>
          <a:bodyPr/>
          <a:lstStyle/>
          <a:p>
            <a:endParaRPr lang="en-ID">
              <a:latin typeface="Leelawadee UI" panose="020B0502040204020203" pitchFamily="34" charset="-34"/>
              <a:cs typeface="Leelawadee UI" panose="020B0502040204020203" pitchFamily="34" charset="-34"/>
            </a:endParaRPr>
          </a:p>
        </p:txBody>
      </p:sp>
      <p:sp>
        <p:nvSpPr>
          <p:cNvPr id="22" name="Text 12">
            <a:extLst>
              <a:ext uri="{FF2B5EF4-FFF2-40B4-BE49-F238E27FC236}">
                <a16:creationId xmlns:a16="http://schemas.microsoft.com/office/drawing/2014/main" id="{55CA2822-844A-C11E-B732-E5780FC02DFE}"/>
              </a:ext>
            </a:extLst>
          </p:cNvPr>
          <p:cNvSpPr/>
          <p:nvPr/>
        </p:nvSpPr>
        <p:spPr>
          <a:xfrm>
            <a:off x="4532145" y="4240359"/>
            <a:ext cx="1687264" cy="144140"/>
          </a:xfrm>
          <a:prstGeom prst="rect">
            <a:avLst/>
          </a:prstGeom>
          <a:noFill/>
          <a:ln/>
        </p:spPr>
        <p:txBody>
          <a:bodyPr wrap="none" lIns="0" tIns="0" rIns="0" bIns="0" rtlCol="0" anchor="t"/>
          <a:lstStyle/>
          <a:p>
            <a:pPr>
              <a:lnSpc>
                <a:spcPct val="129000"/>
              </a:lnSpc>
            </a:pPr>
            <a:r>
              <a:rPr lang="en-US" sz="700" dirty="0">
                <a:solidFill>
                  <a:srgbClr val="161613"/>
                </a:solidFill>
                <a:latin typeface="Leelawadee UI" panose="020B0502040204020203" pitchFamily="34" charset="-34"/>
                <a:ea typeface="Inter" pitchFamily="34" charset="-122"/>
                <a:cs typeface="Leelawadee UI" panose="020B0502040204020203" pitchFamily="34" charset="-34"/>
              </a:rPr>
              <a:t>LANDSCAPE GOVERNANCE</a:t>
            </a:r>
            <a:endParaRPr lang="en-US" sz="700" dirty="0">
              <a:latin typeface="Leelawadee UI" panose="020B0502040204020203" pitchFamily="34" charset="-34"/>
              <a:cs typeface="Leelawadee UI" panose="020B0502040204020203" pitchFamily="34" charset="-34"/>
            </a:endParaRPr>
          </a:p>
        </p:txBody>
      </p:sp>
      <p:pic>
        <p:nvPicPr>
          <p:cNvPr id="23" name="Picture 22" descr="Yayasan Natural Kapital Indonesia (YNKI)">
            <a:extLst>
              <a:ext uri="{FF2B5EF4-FFF2-40B4-BE49-F238E27FC236}">
                <a16:creationId xmlns:a16="http://schemas.microsoft.com/office/drawing/2014/main" id="{81122699-A241-36E4-1D6F-6779BE6D3F89}"/>
              </a:ext>
            </a:extLst>
          </p:cNvPr>
          <p:cNvPicPr>
            <a:picLocks noChangeAspect="1"/>
          </p:cNvPicPr>
          <p:nvPr/>
        </p:nvPicPr>
        <p:blipFill>
          <a:blip r:embed="rId10">
            <a:clrChange>
              <a:clrFrom>
                <a:srgbClr val="FFFFFF"/>
              </a:clrFrom>
              <a:clrTo>
                <a:srgbClr val="FFFFFF">
                  <a:alpha val="0"/>
                </a:srgbClr>
              </a:clrTo>
            </a:clrChange>
          </a:blip>
          <a:stretch>
            <a:fillRect/>
          </a:stretch>
        </p:blipFill>
        <p:spPr>
          <a:xfrm>
            <a:off x="261656" y="233162"/>
            <a:ext cx="2476711" cy="493329"/>
          </a:xfrm>
          <a:prstGeom prst="rect">
            <a:avLst/>
          </a:prstGeom>
        </p:spPr>
      </p:pic>
      <p:sp>
        <p:nvSpPr>
          <p:cNvPr id="24" name="Text 0">
            <a:extLst>
              <a:ext uri="{FF2B5EF4-FFF2-40B4-BE49-F238E27FC236}">
                <a16:creationId xmlns:a16="http://schemas.microsoft.com/office/drawing/2014/main" id="{68B1B044-7B88-DE9A-010E-52684C90EDF0}"/>
              </a:ext>
            </a:extLst>
          </p:cNvPr>
          <p:cNvSpPr/>
          <p:nvPr/>
        </p:nvSpPr>
        <p:spPr>
          <a:xfrm>
            <a:off x="2303631" y="5325521"/>
            <a:ext cx="4757663" cy="296763"/>
          </a:xfrm>
          <a:prstGeom prst="rect">
            <a:avLst/>
          </a:prstGeom>
          <a:noFill/>
          <a:ln/>
        </p:spPr>
        <p:txBody>
          <a:bodyPr wrap="none" lIns="0" tIns="0" rIns="0" bIns="0" rtlCol="0" anchor="t"/>
          <a:lstStyle/>
          <a:p>
            <a:pPr algn="ctr">
              <a:lnSpc>
                <a:spcPct val="104000"/>
              </a:lnSpc>
            </a:pPr>
            <a:r>
              <a:rPr lang="en-US" sz="2000" dirty="0">
                <a:solidFill>
                  <a:srgbClr val="161613"/>
                </a:solidFill>
                <a:latin typeface="Leelawadee UI" panose="020B0502040204020203" pitchFamily="34" charset="-34"/>
                <a:ea typeface="DM Sans Medium" pitchFamily="34" charset="-122"/>
                <a:cs typeface="Leelawadee UI" panose="020B0502040204020203" pitchFamily="34" charset="-34"/>
              </a:rPr>
              <a:t>Tata Kelola </a:t>
            </a:r>
            <a:r>
              <a:rPr lang="en-US" sz="2000" dirty="0" err="1">
                <a:solidFill>
                  <a:srgbClr val="161613"/>
                </a:solidFill>
                <a:latin typeface="Leelawadee UI" panose="020B0502040204020203" pitchFamily="34" charset="-34"/>
                <a:ea typeface="DM Sans Medium" pitchFamily="34" charset="-122"/>
                <a:cs typeface="Leelawadee UI" panose="020B0502040204020203" pitchFamily="34" charset="-34"/>
              </a:rPr>
              <a:t>Lanskap</a:t>
            </a:r>
            <a:r>
              <a:rPr lang="en-US" sz="2000" dirty="0">
                <a:solidFill>
                  <a:srgbClr val="161613"/>
                </a:solidFill>
                <a:latin typeface="Leelawadee UI" panose="020B0502040204020203" pitchFamily="34" charset="-34"/>
                <a:ea typeface="DM Sans Medium" pitchFamily="34" charset="-122"/>
                <a:cs typeface="Leelawadee UI" panose="020B0502040204020203" pitchFamily="34" charset="-34"/>
              </a:rPr>
              <a:t> - </a:t>
            </a:r>
            <a:r>
              <a:rPr lang="en-US" sz="2000" dirty="0" err="1">
                <a:solidFill>
                  <a:srgbClr val="161613"/>
                </a:solidFill>
                <a:latin typeface="Leelawadee UI" panose="020B0502040204020203" pitchFamily="34" charset="-34"/>
                <a:ea typeface="DM Sans Medium" pitchFamily="34" charset="-122"/>
                <a:cs typeface="Leelawadee UI" panose="020B0502040204020203" pitchFamily="34" charset="-34"/>
              </a:rPr>
              <a:t>Mengapa</a:t>
            </a:r>
            <a:r>
              <a:rPr lang="en-US" sz="2000" dirty="0">
                <a:solidFill>
                  <a:srgbClr val="161613"/>
                </a:solidFill>
                <a:latin typeface="Leelawadee UI" panose="020B0502040204020203" pitchFamily="34" charset="-34"/>
                <a:ea typeface="DM Sans Medium" pitchFamily="34" charset="-122"/>
                <a:cs typeface="Leelawadee UI" panose="020B0502040204020203" pitchFamily="34" charset="-34"/>
              </a:rPr>
              <a:t> Penting?</a:t>
            </a:r>
            <a:endParaRPr lang="en-US" sz="2000" dirty="0">
              <a:latin typeface="Leelawadee UI" panose="020B0502040204020203" pitchFamily="34" charset="-34"/>
              <a:cs typeface="Leelawadee UI" panose="020B0502040204020203" pitchFamily="34" charset="-34"/>
            </a:endParaRPr>
          </a:p>
        </p:txBody>
      </p:sp>
      <p:sp>
        <p:nvSpPr>
          <p:cNvPr id="25" name="Text 1">
            <a:extLst>
              <a:ext uri="{FF2B5EF4-FFF2-40B4-BE49-F238E27FC236}">
                <a16:creationId xmlns:a16="http://schemas.microsoft.com/office/drawing/2014/main" id="{D03632E9-AD7C-05C8-D932-8B67E672F4D5}"/>
              </a:ext>
            </a:extLst>
          </p:cNvPr>
          <p:cNvSpPr/>
          <p:nvPr/>
        </p:nvSpPr>
        <p:spPr>
          <a:xfrm>
            <a:off x="921163" y="5872794"/>
            <a:ext cx="7489254" cy="759642"/>
          </a:xfrm>
          <a:prstGeom prst="rect">
            <a:avLst/>
          </a:prstGeom>
          <a:noFill/>
          <a:ln/>
        </p:spPr>
        <p:txBody>
          <a:bodyPr wrap="square" lIns="0" tIns="0" rIns="0" bIns="0" rtlCol="0" anchor="t">
            <a:normAutofit/>
          </a:bodyPr>
          <a:lstStyle/>
          <a:p>
            <a:pPr algn="ctr">
              <a:lnSpc>
                <a:spcPct val="130000"/>
              </a:lnSpc>
            </a:pP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Karena setiap lanskap memiliki cerita, identitas, dan kehidupan yang membentuk hubungan manusia dengan tempatnya. Memahami lanskap sebagai rumah bersama membantu para </a:t>
            </a:r>
            <a:r>
              <a:rPr lang="en-US" sz="1000" dirty="0" err="1">
                <a:solidFill>
                  <a:srgbClr val="161613"/>
                </a:solidFill>
                <a:latin typeface="Leelawadee UI" panose="020B0502040204020203" pitchFamily="34" charset="-34"/>
                <a:ea typeface="Inter" pitchFamily="34" charset="-122"/>
                <a:cs typeface="Leelawadee UI" panose="020B0502040204020203" pitchFamily="34" charset="-34"/>
              </a:rPr>
              <a:t>pemangku</a:t>
            </a: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 </a:t>
            </a:r>
            <a:r>
              <a:rPr lang="en-US" sz="1000" dirty="0" err="1">
                <a:solidFill>
                  <a:srgbClr val="161613"/>
                </a:solidFill>
                <a:latin typeface="Leelawadee UI" panose="020B0502040204020203" pitchFamily="34" charset="-34"/>
                <a:ea typeface="Inter" pitchFamily="34" charset="-122"/>
                <a:cs typeface="Leelawadee UI" panose="020B0502040204020203" pitchFamily="34" charset="-34"/>
              </a:rPr>
              <a:t>membangun</a:t>
            </a: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 rasa memiliki, tanggung jawab kolektif, dan tindakan bersama untuk menjaga sumber </a:t>
            </a:r>
            <a:r>
              <a:rPr lang="en-US" sz="1000" dirty="0" err="1">
                <a:solidFill>
                  <a:srgbClr val="161613"/>
                </a:solidFill>
                <a:latin typeface="Leelawadee UI" panose="020B0502040204020203" pitchFamily="34" charset="-34"/>
                <a:ea typeface="Inter" pitchFamily="34" charset="-122"/>
                <a:cs typeface="Leelawadee UI" panose="020B0502040204020203" pitchFamily="34" charset="-34"/>
              </a:rPr>
              <a:t>daya</a:t>
            </a: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 </a:t>
            </a:r>
            <a:r>
              <a:rPr lang="en-US" sz="1000" dirty="0" err="1">
                <a:solidFill>
                  <a:srgbClr val="161613"/>
                </a:solidFill>
                <a:latin typeface="Leelawadee UI" panose="020B0502040204020203" pitchFamily="34" charset="-34"/>
                <a:ea typeface="Inter" pitchFamily="34" charset="-122"/>
                <a:cs typeface="Leelawadee UI" panose="020B0502040204020203" pitchFamily="34" charset="-34"/>
              </a:rPr>
              <a:t>yankepentingang</a:t>
            </a: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 mendukung kehidupan generasi kini dan mendatang.</a:t>
            </a:r>
            <a:endParaRPr lang="en-US" sz="1000" dirty="0">
              <a:latin typeface="Leelawadee UI" panose="020B0502040204020203" pitchFamily="34" charset="-34"/>
              <a:cs typeface="Leelawadee UI" panose="020B0502040204020203" pitchFamily="34" charset="-34"/>
            </a:endParaRPr>
          </a:p>
        </p:txBody>
      </p:sp>
      <p:pic>
        <p:nvPicPr>
          <p:cNvPr id="26" name="Image 0" descr="preencoded.png">
            <a:extLst>
              <a:ext uri="{FF2B5EF4-FFF2-40B4-BE49-F238E27FC236}">
                <a16:creationId xmlns:a16="http://schemas.microsoft.com/office/drawing/2014/main" id="{0EA7969B-F0CB-726A-E6F1-408258B2D76E}"/>
              </a:ext>
            </a:extLst>
          </p:cNvPr>
          <p:cNvPicPr>
            <a:picLocks noChangeAspect="1"/>
          </p:cNvPicPr>
          <p:nvPr/>
        </p:nvPicPr>
        <p:blipFill>
          <a:blip r:embed="rId11"/>
          <a:stretch>
            <a:fillRect/>
          </a:stretch>
        </p:blipFill>
        <p:spPr>
          <a:xfrm>
            <a:off x="957145" y="6754686"/>
            <a:ext cx="1412751" cy="873100"/>
          </a:xfrm>
          <a:prstGeom prst="rect">
            <a:avLst/>
          </a:prstGeom>
        </p:spPr>
      </p:pic>
      <p:sp>
        <p:nvSpPr>
          <p:cNvPr id="27" name="Text 2">
            <a:extLst>
              <a:ext uri="{FF2B5EF4-FFF2-40B4-BE49-F238E27FC236}">
                <a16:creationId xmlns:a16="http://schemas.microsoft.com/office/drawing/2014/main" id="{CA75E765-DC24-EDB8-BCD6-FD133149FCA0}"/>
              </a:ext>
            </a:extLst>
          </p:cNvPr>
          <p:cNvSpPr/>
          <p:nvPr/>
        </p:nvSpPr>
        <p:spPr>
          <a:xfrm>
            <a:off x="957145" y="7718646"/>
            <a:ext cx="1187128" cy="148307"/>
          </a:xfrm>
          <a:prstGeom prst="rect">
            <a:avLst/>
          </a:prstGeom>
          <a:noFill/>
          <a:ln/>
        </p:spPr>
        <p:txBody>
          <a:bodyPr wrap="none" lIns="0" tIns="0" rIns="0" bIns="0" rtlCol="0" anchor="t"/>
          <a:lstStyle/>
          <a:p>
            <a:pPr>
              <a:lnSpc>
                <a:spcPct val="104000"/>
              </a:lnSpc>
            </a:pPr>
            <a:r>
              <a:rPr lang="en-US" sz="1000" dirty="0">
                <a:solidFill>
                  <a:srgbClr val="161613"/>
                </a:solidFill>
                <a:latin typeface="Leelawadee UI" panose="020B0502040204020203" pitchFamily="34" charset="-34"/>
                <a:ea typeface="DM Sans Medium" pitchFamily="34" charset="-122"/>
                <a:cs typeface="Leelawadee UI" panose="020B0502040204020203" pitchFamily="34" charset="-34"/>
              </a:rPr>
              <a:t>Restorasi Gambut</a:t>
            </a:r>
            <a:endParaRPr lang="en-US" sz="1000" dirty="0">
              <a:latin typeface="Leelawadee UI" panose="020B0502040204020203" pitchFamily="34" charset="-34"/>
              <a:cs typeface="Leelawadee UI" panose="020B0502040204020203" pitchFamily="34" charset="-34"/>
            </a:endParaRPr>
          </a:p>
        </p:txBody>
      </p:sp>
      <p:sp>
        <p:nvSpPr>
          <p:cNvPr id="28" name="Text 3">
            <a:extLst>
              <a:ext uri="{FF2B5EF4-FFF2-40B4-BE49-F238E27FC236}">
                <a16:creationId xmlns:a16="http://schemas.microsoft.com/office/drawing/2014/main" id="{E9965DDB-0B67-6D75-0A30-2581B2FB661E}"/>
              </a:ext>
            </a:extLst>
          </p:cNvPr>
          <p:cNvSpPr/>
          <p:nvPr/>
        </p:nvSpPr>
        <p:spPr>
          <a:xfrm>
            <a:off x="957145" y="7910560"/>
            <a:ext cx="2435796" cy="536377"/>
          </a:xfrm>
          <a:prstGeom prst="rect">
            <a:avLst/>
          </a:prstGeom>
          <a:noFill/>
          <a:ln/>
        </p:spPr>
        <p:txBody>
          <a:bodyPr wrap="square" lIns="0" tIns="0" rIns="0" bIns="0" rtlCol="0" anchor="t">
            <a:noAutofit/>
          </a:bodyPr>
          <a:lstStyle/>
          <a:p>
            <a:pPr>
              <a:lnSpc>
                <a:spcPct val="118000"/>
              </a:lnSpc>
            </a:pPr>
            <a:r>
              <a:rPr lang="en-US" sz="800" dirty="0">
                <a:solidFill>
                  <a:srgbClr val="161613"/>
                </a:solidFill>
                <a:latin typeface="Leelawadee UI" panose="020B0502040204020203" pitchFamily="34" charset="-34"/>
                <a:ea typeface="Inter" pitchFamily="34" charset="-122"/>
                <a:cs typeface="Leelawadee UI" panose="020B0502040204020203" pitchFamily="34" charset="-34"/>
              </a:rPr>
              <a:t>Mendampingi komunitas lokal dan mitra dalam memulihkan lahan gambut terdegradasi di Kalimantan, mengembalikan fungsi ekologis dan sumber penghidupan masyarakat.</a:t>
            </a:r>
            <a:endParaRPr lang="en-US" sz="800" dirty="0">
              <a:latin typeface="Leelawadee UI" panose="020B0502040204020203" pitchFamily="34" charset="-34"/>
              <a:cs typeface="Leelawadee UI" panose="020B0502040204020203" pitchFamily="34" charset="-34"/>
            </a:endParaRPr>
          </a:p>
        </p:txBody>
      </p:sp>
      <p:pic>
        <p:nvPicPr>
          <p:cNvPr id="29" name="Image 1" descr="preencoded.png">
            <a:extLst>
              <a:ext uri="{FF2B5EF4-FFF2-40B4-BE49-F238E27FC236}">
                <a16:creationId xmlns:a16="http://schemas.microsoft.com/office/drawing/2014/main" id="{02F94DDE-ED68-F390-ED28-B445C578799F}"/>
              </a:ext>
            </a:extLst>
          </p:cNvPr>
          <p:cNvPicPr>
            <a:picLocks noChangeAspect="1"/>
          </p:cNvPicPr>
          <p:nvPr/>
        </p:nvPicPr>
        <p:blipFill>
          <a:blip r:embed="rId12"/>
          <a:stretch>
            <a:fillRect/>
          </a:stretch>
        </p:blipFill>
        <p:spPr>
          <a:xfrm>
            <a:off x="3483800" y="6754686"/>
            <a:ext cx="1412751" cy="873100"/>
          </a:xfrm>
          <a:prstGeom prst="rect">
            <a:avLst/>
          </a:prstGeom>
        </p:spPr>
      </p:pic>
      <p:sp>
        <p:nvSpPr>
          <p:cNvPr id="30" name="Text 4">
            <a:extLst>
              <a:ext uri="{FF2B5EF4-FFF2-40B4-BE49-F238E27FC236}">
                <a16:creationId xmlns:a16="http://schemas.microsoft.com/office/drawing/2014/main" id="{5F1F44E5-879C-A66B-6A42-1D8F221E43C4}"/>
              </a:ext>
            </a:extLst>
          </p:cNvPr>
          <p:cNvSpPr/>
          <p:nvPr/>
        </p:nvSpPr>
        <p:spPr>
          <a:xfrm>
            <a:off x="3483800" y="7718647"/>
            <a:ext cx="1455762" cy="148307"/>
          </a:xfrm>
          <a:prstGeom prst="rect">
            <a:avLst/>
          </a:prstGeom>
          <a:noFill/>
          <a:ln/>
        </p:spPr>
        <p:txBody>
          <a:bodyPr wrap="none" lIns="0" tIns="0" rIns="0" bIns="0" rtlCol="0" anchor="t"/>
          <a:lstStyle/>
          <a:p>
            <a:pPr>
              <a:lnSpc>
                <a:spcPct val="104000"/>
              </a:lnSpc>
            </a:pPr>
            <a:r>
              <a:rPr lang="en-US" sz="1000" dirty="0">
                <a:solidFill>
                  <a:srgbClr val="161613"/>
                </a:solidFill>
                <a:latin typeface="Leelawadee UI" panose="020B0502040204020203" pitchFamily="34" charset="-34"/>
                <a:ea typeface="DM Sans Medium" pitchFamily="34" charset="-122"/>
                <a:cs typeface="Leelawadee UI" panose="020B0502040204020203" pitchFamily="34" charset="-34"/>
              </a:rPr>
              <a:t>Pemberdayaan Komunitas</a:t>
            </a:r>
            <a:endParaRPr lang="en-US" sz="1000" dirty="0">
              <a:latin typeface="Leelawadee UI" panose="020B0502040204020203" pitchFamily="34" charset="-34"/>
              <a:cs typeface="Leelawadee UI" panose="020B0502040204020203" pitchFamily="34" charset="-34"/>
            </a:endParaRPr>
          </a:p>
        </p:txBody>
      </p:sp>
      <p:sp>
        <p:nvSpPr>
          <p:cNvPr id="31" name="Text 5">
            <a:extLst>
              <a:ext uri="{FF2B5EF4-FFF2-40B4-BE49-F238E27FC236}">
                <a16:creationId xmlns:a16="http://schemas.microsoft.com/office/drawing/2014/main" id="{F2A298BD-69ED-2360-0504-BDA8CFE8A1AB}"/>
              </a:ext>
            </a:extLst>
          </p:cNvPr>
          <p:cNvSpPr/>
          <p:nvPr/>
        </p:nvSpPr>
        <p:spPr>
          <a:xfrm>
            <a:off x="3483800" y="7910560"/>
            <a:ext cx="2435870" cy="402282"/>
          </a:xfrm>
          <a:prstGeom prst="rect">
            <a:avLst/>
          </a:prstGeom>
          <a:noFill/>
          <a:ln/>
        </p:spPr>
        <p:txBody>
          <a:bodyPr wrap="square" lIns="0" tIns="0" rIns="0" bIns="0" rtlCol="0" anchor="t">
            <a:noAutofit/>
          </a:bodyPr>
          <a:lstStyle/>
          <a:p>
            <a:pPr>
              <a:lnSpc>
                <a:spcPct val="118000"/>
              </a:lnSpc>
            </a:pPr>
            <a:r>
              <a:rPr lang="en-US" sz="800" dirty="0">
                <a:solidFill>
                  <a:srgbClr val="161613"/>
                </a:solidFill>
                <a:latin typeface="Leelawadee UI" panose="020B0502040204020203" pitchFamily="34" charset="-34"/>
                <a:ea typeface="Inter" pitchFamily="34" charset="-122"/>
                <a:cs typeface="Leelawadee UI" panose="020B0502040204020203" pitchFamily="34" charset="-34"/>
              </a:rPr>
              <a:t>Memperkuat kapasitas masyarakat adat dan lokal dalam pengambilan keputusan tata kelola lanskap yang adil, transparan, dan berbasis hak.</a:t>
            </a:r>
            <a:endParaRPr lang="en-US" sz="800" dirty="0">
              <a:latin typeface="Leelawadee UI" panose="020B0502040204020203" pitchFamily="34" charset="-34"/>
              <a:cs typeface="Leelawadee UI" panose="020B0502040204020203" pitchFamily="34" charset="-34"/>
            </a:endParaRPr>
          </a:p>
        </p:txBody>
      </p:sp>
      <p:pic>
        <p:nvPicPr>
          <p:cNvPr id="32" name="Image 2" descr="preencoded.png">
            <a:extLst>
              <a:ext uri="{FF2B5EF4-FFF2-40B4-BE49-F238E27FC236}">
                <a16:creationId xmlns:a16="http://schemas.microsoft.com/office/drawing/2014/main" id="{EA49C085-97F7-3402-150A-FFAE6FD33EA9}"/>
              </a:ext>
            </a:extLst>
          </p:cNvPr>
          <p:cNvPicPr>
            <a:picLocks noChangeAspect="1"/>
          </p:cNvPicPr>
          <p:nvPr/>
        </p:nvPicPr>
        <p:blipFill>
          <a:blip r:embed="rId13"/>
          <a:stretch>
            <a:fillRect/>
          </a:stretch>
        </p:blipFill>
        <p:spPr>
          <a:xfrm>
            <a:off x="6010530" y="6754686"/>
            <a:ext cx="1412751" cy="873100"/>
          </a:xfrm>
          <a:prstGeom prst="rect">
            <a:avLst/>
          </a:prstGeom>
        </p:spPr>
      </p:pic>
      <p:sp>
        <p:nvSpPr>
          <p:cNvPr id="33" name="Text 6">
            <a:extLst>
              <a:ext uri="{FF2B5EF4-FFF2-40B4-BE49-F238E27FC236}">
                <a16:creationId xmlns:a16="http://schemas.microsoft.com/office/drawing/2014/main" id="{40F50D33-7D1B-8EE5-2540-E59A13FF9977}"/>
              </a:ext>
            </a:extLst>
          </p:cNvPr>
          <p:cNvSpPr/>
          <p:nvPr/>
        </p:nvSpPr>
        <p:spPr>
          <a:xfrm>
            <a:off x="6010530" y="7718647"/>
            <a:ext cx="1251645" cy="148307"/>
          </a:xfrm>
          <a:prstGeom prst="rect">
            <a:avLst/>
          </a:prstGeom>
          <a:noFill/>
          <a:ln/>
        </p:spPr>
        <p:txBody>
          <a:bodyPr wrap="none" lIns="0" tIns="0" rIns="0" bIns="0" rtlCol="0" anchor="t"/>
          <a:lstStyle/>
          <a:p>
            <a:pPr>
              <a:lnSpc>
                <a:spcPct val="104000"/>
              </a:lnSpc>
            </a:pPr>
            <a:r>
              <a:rPr lang="en-US" sz="1000" dirty="0">
                <a:solidFill>
                  <a:srgbClr val="161613"/>
                </a:solidFill>
                <a:latin typeface="Leelawadee UI" panose="020B0502040204020203" pitchFamily="34" charset="-34"/>
                <a:ea typeface="DM Sans Medium" pitchFamily="34" charset="-122"/>
                <a:cs typeface="Leelawadee UI" panose="020B0502040204020203" pitchFamily="34" charset="-34"/>
              </a:rPr>
              <a:t>Kolaborasi Multi-Pihak</a:t>
            </a:r>
            <a:endParaRPr lang="en-US" sz="1000" dirty="0">
              <a:latin typeface="Leelawadee UI" panose="020B0502040204020203" pitchFamily="34" charset="-34"/>
              <a:cs typeface="Leelawadee UI" panose="020B0502040204020203" pitchFamily="34" charset="-34"/>
            </a:endParaRPr>
          </a:p>
        </p:txBody>
      </p:sp>
      <p:sp>
        <p:nvSpPr>
          <p:cNvPr id="34" name="Text 7">
            <a:extLst>
              <a:ext uri="{FF2B5EF4-FFF2-40B4-BE49-F238E27FC236}">
                <a16:creationId xmlns:a16="http://schemas.microsoft.com/office/drawing/2014/main" id="{510D713B-2CE1-6803-508B-31509CB6240D}"/>
              </a:ext>
            </a:extLst>
          </p:cNvPr>
          <p:cNvSpPr/>
          <p:nvPr/>
        </p:nvSpPr>
        <p:spPr>
          <a:xfrm>
            <a:off x="6010529" y="7910560"/>
            <a:ext cx="2435870" cy="402282"/>
          </a:xfrm>
          <a:prstGeom prst="rect">
            <a:avLst/>
          </a:prstGeom>
          <a:noFill/>
          <a:ln/>
        </p:spPr>
        <p:txBody>
          <a:bodyPr wrap="square" lIns="0" tIns="0" rIns="0" bIns="0" rtlCol="0" anchor="t">
            <a:noAutofit/>
          </a:bodyPr>
          <a:lstStyle/>
          <a:p>
            <a:pPr>
              <a:lnSpc>
                <a:spcPct val="118000"/>
              </a:lnSpc>
            </a:pPr>
            <a:r>
              <a:rPr lang="en-US" sz="800" dirty="0">
                <a:solidFill>
                  <a:srgbClr val="161613"/>
                </a:solidFill>
                <a:latin typeface="Leelawadee UI" panose="020B0502040204020203" pitchFamily="34" charset="-34"/>
                <a:ea typeface="Inter" pitchFamily="34" charset="-122"/>
                <a:cs typeface="Leelawadee UI" panose="020B0502040204020203" pitchFamily="34" charset="-34"/>
              </a:rPr>
              <a:t>Menjembatani pemerintah daerah, sektor swasta, lembaga donor, dan organisasi masyarakat sipil dalam platform dialog dan aksi bersama yang efektif.</a:t>
            </a:r>
            <a:endParaRPr lang="en-US" sz="800" dirty="0">
              <a:latin typeface="Leelawadee UI" panose="020B0502040204020203" pitchFamily="34" charset="-34"/>
              <a:cs typeface="Leelawadee UI" panose="020B0502040204020203" pitchFamily="34" charset="-34"/>
            </a:endParaRPr>
          </a:p>
        </p:txBody>
      </p:sp>
      <p:sp>
        <p:nvSpPr>
          <p:cNvPr id="35" name="Text 8">
            <a:extLst>
              <a:ext uri="{FF2B5EF4-FFF2-40B4-BE49-F238E27FC236}">
                <a16:creationId xmlns:a16="http://schemas.microsoft.com/office/drawing/2014/main" id="{ED016860-204A-ACB8-8FF2-614AF0FDF38C}"/>
              </a:ext>
            </a:extLst>
          </p:cNvPr>
          <p:cNvSpPr/>
          <p:nvPr/>
        </p:nvSpPr>
        <p:spPr>
          <a:xfrm>
            <a:off x="-266687" y="8681153"/>
            <a:ext cx="3699197" cy="313432"/>
          </a:xfrm>
          <a:prstGeom prst="rect">
            <a:avLst/>
          </a:prstGeom>
          <a:noFill/>
          <a:ln/>
        </p:spPr>
        <p:txBody>
          <a:bodyPr wrap="none" lIns="0" tIns="0" rIns="0" bIns="0" rtlCol="0" anchor="t"/>
          <a:lstStyle/>
          <a:p>
            <a:pPr algn="ctr">
              <a:lnSpc>
                <a:spcPct val="83000"/>
              </a:lnSpc>
            </a:pPr>
            <a:r>
              <a:rPr lang="en-US" sz="2450" dirty="0">
                <a:solidFill>
                  <a:srgbClr val="161613"/>
                </a:solidFill>
                <a:latin typeface="Leelawadee UI" panose="020B0502040204020203" pitchFamily="34" charset="-34"/>
                <a:ea typeface="DM Sans Medium" pitchFamily="34" charset="-122"/>
                <a:cs typeface="Leelawadee UI" panose="020B0502040204020203" pitchFamily="34" charset="-34"/>
              </a:rPr>
              <a:t>12+</a:t>
            </a:r>
            <a:endParaRPr lang="en-US" sz="2450" dirty="0">
              <a:latin typeface="Leelawadee UI" panose="020B0502040204020203" pitchFamily="34" charset="-34"/>
              <a:cs typeface="Leelawadee UI" panose="020B0502040204020203" pitchFamily="34" charset="-34"/>
            </a:endParaRPr>
          </a:p>
        </p:txBody>
      </p:sp>
      <p:sp>
        <p:nvSpPr>
          <p:cNvPr id="36" name="Text 9">
            <a:extLst>
              <a:ext uri="{FF2B5EF4-FFF2-40B4-BE49-F238E27FC236}">
                <a16:creationId xmlns:a16="http://schemas.microsoft.com/office/drawing/2014/main" id="{5666F52D-AAEE-D99C-BCBC-B117272832D3}"/>
              </a:ext>
            </a:extLst>
          </p:cNvPr>
          <p:cNvSpPr/>
          <p:nvPr/>
        </p:nvSpPr>
        <p:spPr>
          <a:xfrm>
            <a:off x="989348" y="9096533"/>
            <a:ext cx="1187128" cy="148307"/>
          </a:xfrm>
          <a:prstGeom prst="rect">
            <a:avLst/>
          </a:prstGeom>
          <a:noFill/>
          <a:ln/>
        </p:spPr>
        <p:txBody>
          <a:bodyPr wrap="none" lIns="0" tIns="0" rIns="0" bIns="0" rtlCol="0" anchor="t"/>
          <a:lstStyle/>
          <a:p>
            <a:pPr algn="ctr">
              <a:lnSpc>
                <a:spcPct val="104000"/>
              </a:lnSpc>
            </a:pPr>
            <a:r>
              <a:rPr lang="en-US" sz="900" dirty="0">
                <a:solidFill>
                  <a:srgbClr val="161613"/>
                </a:solidFill>
                <a:latin typeface="Leelawadee UI" panose="020B0502040204020203" pitchFamily="34" charset="-34"/>
                <a:ea typeface="DM Sans Medium" pitchFamily="34" charset="-122"/>
                <a:cs typeface="Leelawadee UI" panose="020B0502040204020203" pitchFamily="34" charset="-34"/>
              </a:rPr>
              <a:t>Kabupaten Mitra</a:t>
            </a:r>
            <a:endParaRPr lang="en-US" sz="900" dirty="0">
              <a:latin typeface="Leelawadee UI" panose="020B0502040204020203" pitchFamily="34" charset="-34"/>
              <a:cs typeface="Leelawadee UI" panose="020B0502040204020203" pitchFamily="34" charset="-34"/>
            </a:endParaRPr>
          </a:p>
        </p:txBody>
      </p:sp>
      <p:sp>
        <p:nvSpPr>
          <p:cNvPr id="37" name="Text 10">
            <a:extLst>
              <a:ext uri="{FF2B5EF4-FFF2-40B4-BE49-F238E27FC236}">
                <a16:creationId xmlns:a16="http://schemas.microsoft.com/office/drawing/2014/main" id="{B2357605-E1CA-16EA-101F-1013F0CE0B03}"/>
              </a:ext>
            </a:extLst>
          </p:cNvPr>
          <p:cNvSpPr/>
          <p:nvPr/>
        </p:nvSpPr>
        <p:spPr>
          <a:xfrm>
            <a:off x="765491" y="9283053"/>
            <a:ext cx="1634840" cy="544911"/>
          </a:xfrm>
          <a:prstGeom prst="rect">
            <a:avLst/>
          </a:prstGeom>
          <a:noFill/>
          <a:ln/>
        </p:spPr>
        <p:txBody>
          <a:bodyPr wrap="none" lIns="0" tIns="0" rIns="0" bIns="0" rtlCol="0" anchor="t"/>
          <a:lstStyle/>
          <a:p>
            <a:pPr algn="ctr">
              <a:lnSpc>
                <a:spcPct val="118000"/>
              </a:lnSpc>
            </a:pPr>
            <a:r>
              <a:rPr lang="en-US" sz="800" dirty="0">
                <a:solidFill>
                  <a:srgbClr val="161613"/>
                </a:solidFill>
                <a:latin typeface="Leelawadee UI" panose="020B0502040204020203" pitchFamily="34" charset="-34"/>
                <a:ea typeface="Inter" pitchFamily="34" charset="-122"/>
                <a:cs typeface="Leelawadee UI" panose="020B0502040204020203" pitchFamily="34" charset="-34"/>
              </a:rPr>
              <a:t>Wilayah kerja aktif di Kalimantan </a:t>
            </a:r>
          </a:p>
          <a:p>
            <a:pPr algn="ctr">
              <a:lnSpc>
                <a:spcPct val="118000"/>
              </a:lnSpc>
            </a:pPr>
            <a:r>
              <a:rPr lang="en-US" sz="800" dirty="0">
                <a:solidFill>
                  <a:srgbClr val="161613"/>
                </a:solidFill>
                <a:latin typeface="Leelawadee UI" panose="020B0502040204020203" pitchFamily="34" charset="-34"/>
                <a:ea typeface="Inter" pitchFamily="34" charset="-122"/>
                <a:cs typeface="Leelawadee UI" panose="020B0502040204020203" pitchFamily="34" charset="-34"/>
              </a:rPr>
              <a:t>Barat  dan sekitarnya</a:t>
            </a:r>
            <a:endParaRPr lang="en-US" sz="800" dirty="0">
              <a:latin typeface="Leelawadee UI" panose="020B0502040204020203" pitchFamily="34" charset="-34"/>
              <a:cs typeface="Leelawadee UI" panose="020B0502040204020203" pitchFamily="34" charset="-34"/>
            </a:endParaRPr>
          </a:p>
        </p:txBody>
      </p:sp>
      <p:sp>
        <p:nvSpPr>
          <p:cNvPr id="38" name="Text 11">
            <a:extLst>
              <a:ext uri="{FF2B5EF4-FFF2-40B4-BE49-F238E27FC236}">
                <a16:creationId xmlns:a16="http://schemas.microsoft.com/office/drawing/2014/main" id="{BB5CA09C-CB02-1BD1-2FBE-9115EBFD1564}"/>
              </a:ext>
            </a:extLst>
          </p:cNvPr>
          <p:cNvSpPr/>
          <p:nvPr/>
        </p:nvSpPr>
        <p:spPr>
          <a:xfrm>
            <a:off x="4860324" y="8681236"/>
            <a:ext cx="1184225" cy="313432"/>
          </a:xfrm>
          <a:prstGeom prst="rect">
            <a:avLst/>
          </a:prstGeom>
          <a:noFill/>
          <a:ln/>
        </p:spPr>
        <p:txBody>
          <a:bodyPr wrap="none" lIns="0" tIns="0" rIns="0" bIns="0" rtlCol="0" anchor="t"/>
          <a:lstStyle/>
          <a:p>
            <a:pPr algn="ctr">
              <a:lnSpc>
                <a:spcPct val="83000"/>
              </a:lnSpc>
            </a:pPr>
            <a:r>
              <a:rPr lang="en-US" sz="2450" dirty="0">
                <a:solidFill>
                  <a:srgbClr val="161613"/>
                </a:solidFill>
                <a:latin typeface="Leelawadee UI" panose="020B0502040204020203" pitchFamily="34" charset="-34"/>
                <a:ea typeface="DM Sans Medium" pitchFamily="34" charset="-122"/>
                <a:cs typeface="Leelawadee UI" panose="020B0502040204020203" pitchFamily="34" charset="-34"/>
              </a:rPr>
              <a:t>50K+</a:t>
            </a:r>
            <a:endParaRPr lang="en-US" sz="2450" dirty="0">
              <a:latin typeface="Leelawadee UI" panose="020B0502040204020203" pitchFamily="34" charset="-34"/>
              <a:cs typeface="Leelawadee UI" panose="020B0502040204020203" pitchFamily="34" charset="-34"/>
            </a:endParaRPr>
          </a:p>
        </p:txBody>
      </p:sp>
      <p:sp>
        <p:nvSpPr>
          <p:cNvPr id="39" name="Text 12">
            <a:extLst>
              <a:ext uri="{FF2B5EF4-FFF2-40B4-BE49-F238E27FC236}">
                <a16:creationId xmlns:a16="http://schemas.microsoft.com/office/drawing/2014/main" id="{6D94CBB2-532E-7B20-6609-DF67239F17E4}"/>
              </a:ext>
            </a:extLst>
          </p:cNvPr>
          <p:cNvSpPr/>
          <p:nvPr/>
        </p:nvSpPr>
        <p:spPr>
          <a:xfrm>
            <a:off x="4860324" y="9032983"/>
            <a:ext cx="1187128" cy="148307"/>
          </a:xfrm>
          <a:prstGeom prst="rect">
            <a:avLst/>
          </a:prstGeom>
          <a:noFill/>
          <a:ln/>
        </p:spPr>
        <p:txBody>
          <a:bodyPr wrap="none" lIns="0" tIns="0" rIns="0" bIns="0" rtlCol="0" anchor="t"/>
          <a:lstStyle/>
          <a:p>
            <a:pPr algn="ctr">
              <a:lnSpc>
                <a:spcPct val="104000"/>
              </a:lnSpc>
            </a:pPr>
            <a:r>
              <a:rPr lang="en-US" sz="900" dirty="0">
                <a:solidFill>
                  <a:srgbClr val="161613"/>
                </a:solidFill>
                <a:latin typeface="Leelawadee UI" panose="020B0502040204020203" pitchFamily="34" charset="-34"/>
                <a:ea typeface="DM Sans Medium" pitchFamily="34" charset="-122"/>
                <a:cs typeface="Leelawadee UI" panose="020B0502040204020203" pitchFamily="34" charset="-34"/>
              </a:rPr>
              <a:t>Hektar Lanskap</a:t>
            </a:r>
            <a:endParaRPr lang="en-US" sz="900" dirty="0">
              <a:latin typeface="Leelawadee UI" panose="020B0502040204020203" pitchFamily="34" charset="-34"/>
              <a:cs typeface="Leelawadee UI" panose="020B0502040204020203" pitchFamily="34" charset="-34"/>
            </a:endParaRPr>
          </a:p>
        </p:txBody>
      </p:sp>
      <p:sp>
        <p:nvSpPr>
          <p:cNvPr id="40" name="Text 13">
            <a:extLst>
              <a:ext uri="{FF2B5EF4-FFF2-40B4-BE49-F238E27FC236}">
                <a16:creationId xmlns:a16="http://schemas.microsoft.com/office/drawing/2014/main" id="{0C0390D1-F907-C61E-80C1-8D3BD04A1B3C}"/>
              </a:ext>
            </a:extLst>
          </p:cNvPr>
          <p:cNvSpPr/>
          <p:nvPr/>
        </p:nvSpPr>
        <p:spPr>
          <a:xfrm>
            <a:off x="3604290" y="9224896"/>
            <a:ext cx="3699197" cy="599020"/>
          </a:xfrm>
          <a:prstGeom prst="rect">
            <a:avLst/>
          </a:prstGeom>
          <a:noFill/>
          <a:ln/>
        </p:spPr>
        <p:txBody>
          <a:bodyPr wrap="none" lIns="0" tIns="0" rIns="0" bIns="0" rtlCol="0" anchor="t"/>
          <a:lstStyle/>
          <a:p>
            <a:pPr algn="ctr">
              <a:lnSpc>
                <a:spcPct val="118000"/>
              </a:lnSpc>
            </a:pPr>
            <a:r>
              <a:rPr lang="en-US" sz="800" dirty="0">
                <a:solidFill>
                  <a:srgbClr val="161613"/>
                </a:solidFill>
                <a:latin typeface="Leelawadee UI" panose="020B0502040204020203" pitchFamily="34" charset="-34"/>
                <a:ea typeface="Inter" pitchFamily="34" charset="-122"/>
                <a:cs typeface="Leelawadee UI" panose="020B0502040204020203" pitchFamily="34" charset="-34"/>
              </a:rPr>
              <a:t>Area lanskap yang difasilitasi </a:t>
            </a:r>
            <a:r>
              <a:rPr lang="en-US" sz="800" dirty="0" err="1">
                <a:solidFill>
                  <a:srgbClr val="161613"/>
                </a:solidFill>
                <a:latin typeface="Leelawadee UI" panose="020B0502040204020203" pitchFamily="34" charset="-34"/>
                <a:ea typeface="Inter" pitchFamily="34" charset="-122"/>
                <a:cs typeface="Leelawadee UI" panose="020B0502040204020203" pitchFamily="34" charset="-34"/>
              </a:rPr>
              <a:t>dalam</a:t>
            </a:r>
            <a:r>
              <a:rPr lang="en-US" sz="800" dirty="0">
                <a:solidFill>
                  <a:srgbClr val="161613"/>
                </a:solidFill>
                <a:latin typeface="Leelawadee UI" panose="020B0502040204020203" pitchFamily="34" charset="-34"/>
                <a:ea typeface="Inter" pitchFamily="34" charset="-122"/>
                <a:cs typeface="Leelawadee UI" panose="020B0502040204020203" pitchFamily="34" charset="-34"/>
              </a:rPr>
              <a:t> </a:t>
            </a:r>
          </a:p>
          <a:p>
            <a:pPr algn="ctr">
              <a:lnSpc>
                <a:spcPct val="118000"/>
              </a:lnSpc>
            </a:pPr>
            <a:r>
              <a:rPr lang="en-US" sz="800" dirty="0">
                <a:solidFill>
                  <a:srgbClr val="161613"/>
                </a:solidFill>
                <a:latin typeface="Leelawadee UI" panose="020B0502040204020203" pitchFamily="34" charset="-34"/>
                <a:ea typeface="Inter" pitchFamily="34" charset="-122"/>
                <a:cs typeface="Leelawadee UI" panose="020B0502040204020203" pitchFamily="34" charset="-34"/>
              </a:rPr>
              <a:t>program tata kelola inklusif</a:t>
            </a:r>
            <a:endParaRPr lang="en-US" sz="800" dirty="0">
              <a:latin typeface="Leelawadee UI" panose="020B0502040204020203" pitchFamily="34" charset="-34"/>
              <a:cs typeface="Leelawadee UI" panose="020B0502040204020203" pitchFamily="34" charset="-34"/>
            </a:endParaRPr>
          </a:p>
        </p:txBody>
      </p:sp>
      <p:sp>
        <p:nvSpPr>
          <p:cNvPr id="41" name="Text 14">
            <a:extLst>
              <a:ext uri="{FF2B5EF4-FFF2-40B4-BE49-F238E27FC236}">
                <a16:creationId xmlns:a16="http://schemas.microsoft.com/office/drawing/2014/main" id="{D8C1AAB7-13AD-0659-E40E-543523A631D7}"/>
              </a:ext>
            </a:extLst>
          </p:cNvPr>
          <p:cNvSpPr/>
          <p:nvPr/>
        </p:nvSpPr>
        <p:spPr>
          <a:xfrm>
            <a:off x="2786870" y="8713998"/>
            <a:ext cx="1382140" cy="313432"/>
          </a:xfrm>
          <a:prstGeom prst="rect">
            <a:avLst/>
          </a:prstGeom>
          <a:noFill/>
          <a:ln/>
        </p:spPr>
        <p:txBody>
          <a:bodyPr wrap="none" lIns="0" tIns="0" rIns="0" bIns="0" rtlCol="0" anchor="t"/>
          <a:lstStyle/>
          <a:p>
            <a:pPr algn="ctr">
              <a:lnSpc>
                <a:spcPct val="83000"/>
              </a:lnSpc>
            </a:pPr>
            <a:r>
              <a:rPr lang="en-US" sz="2450" dirty="0">
                <a:solidFill>
                  <a:srgbClr val="161613"/>
                </a:solidFill>
                <a:latin typeface="Leelawadee UI" panose="020B0502040204020203" pitchFamily="34" charset="-34"/>
                <a:ea typeface="DM Sans Medium" pitchFamily="34" charset="-122"/>
                <a:cs typeface="Leelawadee UI" panose="020B0502040204020203" pitchFamily="34" charset="-34"/>
              </a:rPr>
              <a:t>200+</a:t>
            </a:r>
            <a:endParaRPr lang="en-US" sz="2450" dirty="0">
              <a:latin typeface="Leelawadee UI" panose="020B0502040204020203" pitchFamily="34" charset="-34"/>
              <a:cs typeface="Leelawadee UI" panose="020B0502040204020203" pitchFamily="34" charset="-34"/>
            </a:endParaRPr>
          </a:p>
        </p:txBody>
      </p:sp>
      <p:sp>
        <p:nvSpPr>
          <p:cNvPr id="42" name="Text 15">
            <a:extLst>
              <a:ext uri="{FF2B5EF4-FFF2-40B4-BE49-F238E27FC236}">
                <a16:creationId xmlns:a16="http://schemas.microsoft.com/office/drawing/2014/main" id="{088B223F-5B8E-02D2-AC2D-C05270C430B3}"/>
              </a:ext>
            </a:extLst>
          </p:cNvPr>
          <p:cNvSpPr/>
          <p:nvPr/>
        </p:nvSpPr>
        <p:spPr>
          <a:xfrm>
            <a:off x="2805385" y="9107668"/>
            <a:ext cx="1254175" cy="148307"/>
          </a:xfrm>
          <a:prstGeom prst="rect">
            <a:avLst/>
          </a:prstGeom>
          <a:noFill/>
          <a:ln/>
        </p:spPr>
        <p:txBody>
          <a:bodyPr wrap="none" lIns="0" tIns="0" rIns="0" bIns="0" rtlCol="0" anchor="t"/>
          <a:lstStyle/>
          <a:p>
            <a:pPr algn="ctr">
              <a:lnSpc>
                <a:spcPct val="104000"/>
              </a:lnSpc>
            </a:pPr>
            <a:r>
              <a:rPr lang="en-US" sz="900" dirty="0">
                <a:solidFill>
                  <a:srgbClr val="161613"/>
                </a:solidFill>
                <a:latin typeface="Leelawadee UI" panose="020B0502040204020203" pitchFamily="34" charset="-34"/>
                <a:ea typeface="DM Sans Medium" pitchFamily="34" charset="-122"/>
                <a:cs typeface="Leelawadee UI" panose="020B0502040204020203" pitchFamily="34" charset="-34"/>
              </a:rPr>
              <a:t>Komunitas Dampingan</a:t>
            </a:r>
            <a:endParaRPr lang="en-US" sz="900" dirty="0">
              <a:latin typeface="Leelawadee UI" panose="020B0502040204020203" pitchFamily="34" charset="-34"/>
              <a:cs typeface="Leelawadee UI" panose="020B0502040204020203" pitchFamily="34" charset="-34"/>
            </a:endParaRPr>
          </a:p>
        </p:txBody>
      </p:sp>
      <p:sp>
        <p:nvSpPr>
          <p:cNvPr id="43" name="Text 16">
            <a:extLst>
              <a:ext uri="{FF2B5EF4-FFF2-40B4-BE49-F238E27FC236}">
                <a16:creationId xmlns:a16="http://schemas.microsoft.com/office/drawing/2014/main" id="{4F860EF2-3323-5D2B-48F0-6B4314FF69E5}"/>
              </a:ext>
            </a:extLst>
          </p:cNvPr>
          <p:cNvSpPr/>
          <p:nvPr/>
        </p:nvSpPr>
        <p:spPr>
          <a:xfrm>
            <a:off x="1582911" y="9299582"/>
            <a:ext cx="3699197" cy="516036"/>
          </a:xfrm>
          <a:prstGeom prst="rect">
            <a:avLst/>
          </a:prstGeom>
          <a:noFill/>
          <a:ln/>
        </p:spPr>
        <p:txBody>
          <a:bodyPr wrap="none" lIns="0" tIns="0" rIns="0" bIns="0" rtlCol="0" anchor="t"/>
          <a:lstStyle/>
          <a:p>
            <a:pPr algn="ctr">
              <a:lnSpc>
                <a:spcPct val="118000"/>
              </a:lnSpc>
            </a:pPr>
            <a:r>
              <a:rPr lang="en-US" sz="800" dirty="0">
                <a:solidFill>
                  <a:srgbClr val="161613"/>
                </a:solidFill>
                <a:latin typeface="Leelawadee UI" panose="020B0502040204020203" pitchFamily="34" charset="-34"/>
                <a:ea typeface="Inter" pitchFamily="34" charset="-122"/>
                <a:cs typeface="Leelawadee UI" panose="020B0502040204020203" pitchFamily="34" charset="-34"/>
              </a:rPr>
              <a:t>Kelompok masyarakat yang terlibat </a:t>
            </a:r>
            <a:r>
              <a:rPr lang="en-US" sz="800" dirty="0" err="1">
                <a:solidFill>
                  <a:srgbClr val="161613"/>
                </a:solidFill>
                <a:latin typeface="Leelawadee UI" panose="020B0502040204020203" pitchFamily="34" charset="-34"/>
                <a:ea typeface="Inter" pitchFamily="34" charset="-122"/>
                <a:cs typeface="Leelawadee UI" panose="020B0502040204020203" pitchFamily="34" charset="-34"/>
              </a:rPr>
              <a:t>aktif</a:t>
            </a:r>
            <a:r>
              <a:rPr lang="en-US" sz="800" dirty="0">
                <a:solidFill>
                  <a:srgbClr val="161613"/>
                </a:solidFill>
                <a:latin typeface="Leelawadee UI" panose="020B0502040204020203" pitchFamily="34" charset="-34"/>
                <a:ea typeface="Inter" pitchFamily="34" charset="-122"/>
                <a:cs typeface="Leelawadee UI" panose="020B0502040204020203" pitchFamily="34" charset="-34"/>
              </a:rPr>
              <a:t> </a:t>
            </a:r>
          </a:p>
          <a:p>
            <a:pPr algn="ctr">
              <a:lnSpc>
                <a:spcPct val="118000"/>
              </a:lnSpc>
            </a:pPr>
            <a:r>
              <a:rPr lang="en-US" sz="800" dirty="0" err="1">
                <a:solidFill>
                  <a:srgbClr val="161613"/>
                </a:solidFill>
                <a:latin typeface="Leelawadee UI" panose="020B0502040204020203" pitchFamily="34" charset="-34"/>
                <a:ea typeface="Inter" pitchFamily="34" charset="-122"/>
                <a:cs typeface="Leelawadee UI" panose="020B0502040204020203" pitchFamily="34" charset="-34"/>
              </a:rPr>
              <a:t>dalam</a:t>
            </a:r>
            <a:r>
              <a:rPr lang="en-US" sz="800" dirty="0">
                <a:solidFill>
                  <a:srgbClr val="161613"/>
                </a:solidFill>
                <a:latin typeface="Leelawadee UI" panose="020B0502040204020203" pitchFamily="34" charset="-34"/>
                <a:ea typeface="Inter" pitchFamily="34" charset="-122"/>
                <a:cs typeface="Leelawadee UI" panose="020B0502040204020203" pitchFamily="34" charset="-34"/>
              </a:rPr>
              <a:t> program YNKI</a:t>
            </a:r>
            <a:endParaRPr lang="en-US" sz="800" dirty="0">
              <a:latin typeface="Leelawadee UI" panose="020B0502040204020203" pitchFamily="34" charset="-34"/>
              <a:cs typeface="Leelawadee UI" panose="020B0502040204020203" pitchFamily="34" charset="-34"/>
            </a:endParaRPr>
          </a:p>
        </p:txBody>
      </p:sp>
      <p:sp>
        <p:nvSpPr>
          <p:cNvPr id="44" name="Text 17">
            <a:extLst>
              <a:ext uri="{FF2B5EF4-FFF2-40B4-BE49-F238E27FC236}">
                <a16:creationId xmlns:a16="http://schemas.microsoft.com/office/drawing/2014/main" id="{98111117-86DB-4030-9ECA-8ADFD90DEB9B}"/>
              </a:ext>
            </a:extLst>
          </p:cNvPr>
          <p:cNvSpPr/>
          <p:nvPr/>
        </p:nvSpPr>
        <p:spPr>
          <a:xfrm>
            <a:off x="5572398" y="8683539"/>
            <a:ext cx="3699197" cy="313432"/>
          </a:xfrm>
          <a:prstGeom prst="rect">
            <a:avLst/>
          </a:prstGeom>
          <a:noFill/>
          <a:ln/>
        </p:spPr>
        <p:txBody>
          <a:bodyPr wrap="none" lIns="0" tIns="0" rIns="0" bIns="0" rtlCol="0" anchor="t"/>
          <a:lstStyle/>
          <a:p>
            <a:pPr algn="ctr">
              <a:lnSpc>
                <a:spcPct val="83000"/>
              </a:lnSpc>
            </a:pPr>
            <a:r>
              <a:rPr lang="en-US" sz="2450" dirty="0">
                <a:solidFill>
                  <a:srgbClr val="161613"/>
                </a:solidFill>
                <a:latin typeface="Leelawadee UI" panose="020B0502040204020203" pitchFamily="34" charset="-34"/>
                <a:ea typeface="DM Sans Medium" pitchFamily="34" charset="-122"/>
                <a:cs typeface="Leelawadee UI" panose="020B0502040204020203" pitchFamily="34" charset="-34"/>
              </a:rPr>
              <a:t>30+</a:t>
            </a:r>
            <a:endParaRPr lang="en-US" sz="2450" dirty="0">
              <a:latin typeface="Leelawadee UI" panose="020B0502040204020203" pitchFamily="34" charset="-34"/>
              <a:cs typeface="Leelawadee UI" panose="020B0502040204020203" pitchFamily="34" charset="-34"/>
            </a:endParaRPr>
          </a:p>
        </p:txBody>
      </p:sp>
      <p:sp>
        <p:nvSpPr>
          <p:cNvPr id="45" name="Text 18">
            <a:extLst>
              <a:ext uri="{FF2B5EF4-FFF2-40B4-BE49-F238E27FC236}">
                <a16:creationId xmlns:a16="http://schemas.microsoft.com/office/drawing/2014/main" id="{F4AE5765-FC1B-79A0-9B52-7C8D90600251}"/>
              </a:ext>
            </a:extLst>
          </p:cNvPr>
          <p:cNvSpPr/>
          <p:nvPr/>
        </p:nvSpPr>
        <p:spPr>
          <a:xfrm>
            <a:off x="6828432" y="9036780"/>
            <a:ext cx="1187128" cy="148307"/>
          </a:xfrm>
          <a:prstGeom prst="rect">
            <a:avLst/>
          </a:prstGeom>
          <a:noFill/>
          <a:ln/>
        </p:spPr>
        <p:txBody>
          <a:bodyPr wrap="none" lIns="0" tIns="0" rIns="0" bIns="0" rtlCol="0" anchor="t"/>
          <a:lstStyle/>
          <a:p>
            <a:pPr algn="ctr">
              <a:lnSpc>
                <a:spcPct val="104000"/>
              </a:lnSpc>
            </a:pPr>
            <a:r>
              <a:rPr lang="en-US" sz="900" dirty="0">
                <a:solidFill>
                  <a:srgbClr val="161613"/>
                </a:solidFill>
                <a:latin typeface="Leelawadee UI" panose="020B0502040204020203" pitchFamily="34" charset="-34"/>
                <a:ea typeface="DM Sans Medium" pitchFamily="34" charset="-122"/>
                <a:cs typeface="Leelawadee UI" panose="020B0502040204020203" pitchFamily="34" charset="-34"/>
              </a:rPr>
              <a:t>Mitra Strategis</a:t>
            </a:r>
            <a:endParaRPr lang="en-US" sz="900" dirty="0">
              <a:latin typeface="Leelawadee UI" panose="020B0502040204020203" pitchFamily="34" charset="-34"/>
              <a:cs typeface="Leelawadee UI" panose="020B0502040204020203" pitchFamily="34" charset="-34"/>
            </a:endParaRPr>
          </a:p>
        </p:txBody>
      </p:sp>
      <p:sp>
        <p:nvSpPr>
          <p:cNvPr id="46" name="Text 19">
            <a:extLst>
              <a:ext uri="{FF2B5EF4-FFF2-40B4-BE49-F238E27FC236}">
                <a16:creationId xmlns:a16="http://schemas.microsoft.com/office/drawing/2014/main" id="{8221F57E-9658-1988-47FD-4B972DCBF613}"/>
              </a:ext>
            </a:extLst>
          </p:cNvPr>
          <p:cNvSpPr/>
          <p:nvPr/>
        </p:nvSpPr>
        <p:spPr>
          <a:xfrm>
            <a:off x="5572398" y="9228694"/>
            <a:ext cx="3699197" cy="580198"/>
          </a:xfrm>
          <a:prstGeom prst="rect">
            <a:avLst/>
          </a:prstGeom>
          <a:noFill/>
          <a:ln/>
        </p:spPr>
        <p:txBody>
          <a:bodyPr wrap="none" lIns="0" tIns="0" rIns="0" bIns="0" rtlCol="0" anchor="t"/>
          <a:lstStyle/>
          <a:p>
            <a:pPr algn="ctr">
              <a:lnSpc>
                <a:spcPct val="118000"/>
              </a:lnSpc>
            </a:pPr>
            <a:r>
              <a:rPr lang="en-US" sz="800" dirty="0">
                <a:solidFill>
                  <a:srgbClr val="161613"/>
                </a:solidFill>
                <a:latin typeface="Leelawadee UI" panose="020B0502040204020203" pitchFamily="34" charset="-34"/>
                <a:ea typeface="Inter" pitchFamily="34" charset="-122"/>
                <a:cs typeface="Leelawadee UI" panose="020B0502040204020203" pitchFamily="34" charset="-34"/>
              </a:rPr>
              <a:t>Jaringan kolaborasi lintas sektor pemerintah, </a:t>
            </a:r>
          </a:p>
          <a:p>
            <a:pPr algn="ctr">
              <a:lnSpc>
                <a:spcPct val="118000"/>
              </a:lnSpc>
            </a:pPr>
            <a:r>
              <a:rPr lang="en-US" sz="800" dirty="0" err="1">
                <a:solidFill>
                  <a:srgbClr val="161613"/>
                </a:solidFill>
                <a:latin typeface="Leelawadee UI" panose="020B0502040204020203" pitchFamily="34" charset="-34"/>
                <a:ea typeface="Inter" pitchFamily="34" charset="-122"/>
                <a:cs typeface="Leelawadee UI" panose="020B0502040204020203" pitchFamily="34" charset="-34"/>
              </a:rPr>
              <a:t>swasta</a:t>
            </a:r>
            <a:r>
              <a:rPr lang="en-US" sz="800" dirty="0">
                <a:solidFill>
                  <a:srgbClr val="161613"/>
                </a:solidFill>
                <a:latin typeface="Leelawadee UI" panose="020B0502040204020203" pitchFamily="34" charset="-34"/>
                <a:ea typeface="Inter" pitchFamily="34" charset="-122"/>
                <a:cs typeface="Leelawadee UI" panose="020B0502040204020203" pitchFamily="34" charset="-34"/>
              </a:rPr>
              <a:t>, dan sipil</a:t>
            </a:r>
            <a:endParaRPr lang="en-US" sz="800" dirty="0">
              <a:latin typeface="Leelawadee UI" panose="020B0502040204020203" pitchFamily="34" charset="-34"/>
              <a:cs typeface="Leelawadee UI" panose="020B0502040204020203" pitchFamily="34" charset="-34"/>
            </a:endParaRPr>
          </a:p>
        </p:txBody>
      </p:sp>
      <p:sp>
        <p:nvSpPr>
          <p:cNvPr id="47" name="Text 0">
            <a:extLst>
              <a:ext uri="{FF2B5EF4-FFF2-40B4-BE49-F238E27FC236}">
                <a16:creationId xmlns:a16="http://schemas.microsoft.com/office/drawing/2014/main" id="{FF444A3E-E1A4-D9D6-CC2F-7B3DA9D7171A}"/>
              </a:ext>
            </a:extLst>
          </p:cNvPr>
          <p:cNvSpPr/>
          <p:nvPr/>
        </p:nvSpPr>
        <p:spPr>
          <a:xfrm>
            <a:off x="2385640" y="9999147"/>
            <a:ext cx="4372719" cy="284634"/>
          </a:xfrm>
          <a:prstGeom prst="rect">
            <a:avLst/>
          </a:prstGeom>
          <a:noFill/>
          <a:ln/>
        </p:spPr>
        <p:txBody>
          <a:bodyPr wrap="none" lIns="0" tIns="0" rIns="0" bIns="0" rtlCol="0" anchor="t"/>
          <a:lstStyle/>
          <a:p>
            <a:pPr algn="ctr">
              <a:lnSpc>
                <a:spcPct val="104000"/>
              </a:lnSpc>
            </a:pPr>
            <a:r>
              <a:rPr lang="en-US" sz="2000" dirty="0">
                <a:solidFill>
                  <a:srgbClr val="161613"/>
                </a:solidFill>
                <a:latin typeface="Leelawadee UI" panose="020B0502040204020203" pitchFamily="34" charset="-34"/>
                <a:ea typeface="DM Sans Medium" pitchFamily="34" charset="-122"/>
                <a:cs typeface="Leelawadee UI" panose="020B0502040204020203" pitchFamily="34" charset="-34"/>
              </a:rPr>
              <a:t>Gerakan Perubahan Lanskap</a:t>
            </a:r>
            <a:endParaRPr lang="en-US" sz="2000" dirty="0">
              <a:latin typeface="Leelawadee UI" panose="020B0502040204020203" pitchFamily="34" charset="-34"/>
              <a:cs typeface="Leelawadee UI" panose="020B0502040204020203" pitchFamily="34" charset="-34"/>
            </a:endParaRPr>
          </a:p>
        </p:txBody>
      </p:sp>
      <p:sp>
        <p:nvSpPr>
          <p:cNvPr id="48" name="Text 1">
            <a:extLst>
              <a:ext uri="{FF2B5EF4-FFF2-40B4-BE49-F238E27FC236}">
                <a16:creationId xmlns:a16="http://schemas.microsoft.com/office/drawing/2014/main" id="{2D45E33B-0780-3128-0504-0AF7CB96D5E7}"/>
              </a:ext>
            </a:extLst>
          </p:cNvPr>
          <p:cNvSpPr/>
          <p:nvPr/>
        </p:nvSpPr>
        <p:spPr>
          <a:xfrm>
            <a:off x="968603" y="10667435"/>
            <a:ext cx="7183562" cy="293031"/>
          </a:xfrm>
          <a:prstGeom prst="rect">
            <a:avLst/>
          </a:prstGeom>
          <a:noFill/>
          <a:ln/>
        </p:spPr>
        <p:txBody>
          <a:bodyPr wrap="square" lIns="0" tIns="0" rIns="0" bIns="0" rtlCol="0" anchor="t">
            <a:normAutofit lnSpcReduction="10000"/>
          </a:bodyPr>
          <a:lstStyle/>
          <a:p>
            <a:pPr algn="ctr">
              <a:lnSpc>
                <a:spcPct val="116000"/>
              </a:lnSpc>
            </a:pPr>
            <a:r>
              <a:rPr lang="en-US" sz="900" dirty="0">
                <a:solidFill>
                  <a:srgbClr val="161613"/>
                </a:solidFill>
                <a:latin typeface="Leelawadee UI" panose="020B0502040204020203" pitchFamily="34" charset="-34"/>
                <a:ea typeface="Inter" pitchFamily="34" charset="-122"/>
                <a:cs typeface="Leelawadee UI" panose="020B0502040204020203" pitchFamily="34" charset="-34"/>
              </a:rPr>
              <a:t>Bersama kita dapat menciptakan lanskap yang sehat dan masyarakat yang sejahtera. Ada banyak cara untuk berkontribusi — mulai dari donasi, kemitraan, hingga berbagi pengetahuan.</a:t>
            </a:r>
            <a:endParaRPr lang="en-US" sz="900" dirty="0">
              <a:latin typeface="Leelawadee UI" panose="020B0502040204020203" pitchFamily="34" charset="-34"/>
              <a:cs typeface="Leelawadee UI" panose="020B0502040204020203" pitchFamily="34" charset="-34"/>
            </a:endParaRPr>
          </a:p>
        </p:txBody>
      </p:sp>
      <p:pic>
        <p:nvPicPr>
          <p:cNvPr id="49" name="Image 0" descr="preencoded.png">
            <a:hlinkClick r:id="" action="ppaction://noaction"/>
            <a:extLst>
              <a:ext uri="{FF2B5EF4-FFF2-40B4-BE49-F238E27FC236}">
                <a16:creationId xmlns:a16="http://schemas.microsoft.com/office/drawing/2014/main" id="{6A56BDD6-9CAB-7A94-4608-C46B9621BD46}"/>
              </a:ext>
            </a:extLst>
          </p:cNvPr>
          <p:cNvPicPr>
            <a:picLocks noChangeAspect="1"/>
          </p:cNvPicPr>
          <p:nvPr/>
        </p:nvPicPr>
        <p:blipFill>
          <a:blip r:embed="rId14"/>
          <a:stretch>
            <a:fillRect/>
          </a:stretch>
        </p:blipFill>
        <p:spPr>
          <a:xfrm>
            <a:off x="968603" y="10995378"/>
            <a:ext cx="704031" cy="250478"/>
          </a:xfrm>
          <a:prstGeom prst="rect">
            <a:avLst/>
          </a:prstGeom>
        </p:spPr>
      </p:pic>
      <p:pic>
        <p:nvPicPr>
          <p:cNvPr id="50" name="Image 1" descr="preencoded.png">
            <a:extLst>
              <a:ext uri="{FF2B5EF4-FFF2-40B4-BE49-F238E27FC236}">
                <a16:creationId xmlns:a16="http://schemas.microsoft.com/office/drawing/2014/main" id="{DE45DD1A-84C2-E19E-DAF6-0E15C1D50924}"/>
              </a:ext>
            </a:extLst>
          </p:cNvPr>
          <p:cNvPicPr>
            <a:picLocks noChangeAspect="1"/>
          </p:cNvPicPr>
          <p:nvPr/>
        </p:nvPicPr>
        <p:blipFill>
          <a:blip r:embed="rId15"/>
          <a:stretch>
            <a:fillRect/>
          </a:stretch>
        </p:blipFill>
        <p:spPr>
          <a:xfrm>
            <a:off x="1718176" y="10995378"/>
            <a:ext cx="925264" cy="250478"/>
          </a:xfrm>
          <a:prstGeom prst="rect">
            <a:avLst/>
          </a:prstGeom>
        </p:spPr>
      </p:pic>
      <p:sp>
        <p:nvSpPr>
          <p:cNvPr id="51" name="Text 2">
            <a:extLst>
              <a:ext uri="{FF2B5EF4-FFF2-40B4-BE49-F238E27FC236}">
                <a16:creationId xmlns:a16="http://schemas.microsoft.com/office/drawing/2014/main" id="{464ECDF6-7DFA-192C-CF6B-8272FA8E0187}"/>
              </a:ext>
            </a:extLst>
          </p:cNvPr>
          <p:cNvSpPr/>
          <p:nvPr/>
        </p:nvSpPr>
        <p:spPr>
          <a:xfrm>
            <a:off x="3639741" y="11402822"/>
            <a:ext cx="1763688" cy="142280"/>
          </a:xfrm>
          <a:prstGeom prst="rect">
            <a:avLst/>
          </a:prstGeom>
          <a:noFill/>
          <a:ln/>
        </p:spPr>
        <p:txBody>
          <a:bodyPr wrap="none" lIns="0" tIns="0" rIns="0" bIns="0" rtlCol="0" anchor="t"/>
          <a:lstStyle/>
          <a:p>
            <a:pPr algn="ctr">
              <a:lnSpc>
                <a:spcPct val="104000"/>
              </a:lnSpc>
            </a:pPr>
            <a:r>
              <a:rPr lang="en-US" sz="850" dirty="0">
                <a:solidFill>
                  <a:srgbClr val="161613"/>
                </a:solidFill>
                <a:latin typeface="Leelawadee UI" panose="020B0502040204020203" pitchFamily="34" charset="-34"/>
                <a:ea typeface="DM Sans Medium" pitchFamily="34" charset="-122"/>
                <a:cs typeface="Leelawadee UI" panose="020B0502040204020203" pitchFamily="34" charset="-34"/>
              </a:rPr>
              <a:t>Mitra &amp; Pendukung Kami</a:t>
            </a:r>
            <a:endParaRPr lang="en-US" sz="850" dirty="0">
              <a:latin typeface="Leelawadee UI" panose="020B0502040204020203" pitchFamily="34" charset="-34"/>
              <a:cs typeface="Leelawadee UI" panose="020B0502040204020203" pitchFamily="34" charset="-34"/>
            </a:endParaRPr>
          </a:p>
        </p:txBody>
      </p:sp>
      <p:pic>
        <p:nvPicPr>
          <p:cNvPr id="52" name="Image 2" descr="preencoded.png">
            <a:extLst>
              <a:ext uri="{FF2B5EF4-FFF2-40B4-BE49-F238E27FC236}">
                <a16:creationId xmlns:a16="http://schemas.microsoft.com/office/drawing/2014/main" id="{C8B19434-716F-DDCD-BFDD-C054DBB4EE06}"/>
              </a:ext>
            </a:extLst>
          </p:cNvPr>
          <p:cNvPicPr>
            <a:picLocks noChangeAspect="1"/>
          </p:cNvPicPr>
          <p:nvPr/>
        </p:nvPicPr>
        <p:blipFill>
          <a:blip r:embed="rId16"/>
          <a:stretch>
            <a:fillRect/>
          </a:stretch>
        </p:blipFill>
        <p:spPr>
          <a:xfrm>
            <a:off x="864245" y="11686225"/>
            <a:ext cx="1032663" cy="402172"/>
          </a:xfrm>
          <a:prstGeom prst="rect">
            <a:avLst/>
          </a:prstGeom>
        </p:spPr>
      </p:pic>
      <p:pic>
        <p:nvPicPr>
          <p:cNvPr id="53" name="Image 3" descr="preencoded.png">
            <a:extLst>
              <a:ext uri="{FF2B5EF4-FFF2-40B4-BE49-F238E27FC236}">
                <a16:creationId xmlns:a16="http://schemas.microsoft.com/office/drawing/2014/main" id="{E25E5CDD-CE87-72B7-EA4D-F88F1A579110}"/>
              </a:ext>
            </a:extLst>
          </p:cNvPr>
          <p:cNvPicPr>
            <a:picLocks noChangeAspect="1"/>
          </p:cNvPicPr>
          <p:nvPr/>
        </p:nvPicPr>
        <p:blipFill>
          <a:blip r:embed="rId17"/>
          <a:stretch>
            <a:fillRect/>
          </a:stretch>
        </p:blipFill>
        <p:spPr>
          <a:xfrm>
            <a:off x="1726038" y="11679428"/>
            <a:ext cx="1012329" cy="443880"/>
          </a:xfrm>
          <a:prstGeom prst="rect">
            <a:avLst/>
          </a:prstGeom>
        </p:spPr>
      </p:pic>
      <p:pic>
        <p:nvPicPr>
          <p:cNvPr id="54" name="Image 4" descr="preencoded.png">
            <a:extLst>
              <a:ext uri="{FF2B5EF4-FFF2-40B4-BE49-F238E27FC236}">
                <a16:creationId xmlns:a16="http://schemas.microsoft.com/office/drawing/2014/main" id="{C2A3C865-11D9-740C-6286-5D0B2391F2B4}"/>
              </a:ext>
            </a:extLst>
          </p:cNvPr>
          <p:cNvPicPr>
            <a:picLocks noChangeAspect="1"/>
          </p:cNvPicPr>
          <p:nvPr/>
        </p:nvPicPr>
        <p:blipFill>
          <a:blip r:embed="rId18"/>
          <a:stretch>
            <a:fillRect/>
          </a:stretch>
        </p:blipFill>
        <p:spPr>
          <a:xfrm>
            <a:off x="2756981" y="11713490"/>
            <a:ext cx="328240" cy="369391"/>
          </a:xfrm>
          <a:prstGeom prst="rect">
            <a:avLst/>
          </a:prstGeom>
        </p:spPr>
      </p:pic>
      <p:pic>
        <p:nvPicPr>
          <p:cNvPr id="55" name="Image 5" descr="preencoded.png">
            <a:extLst>
              <a:ext uri="{FF2B5EF4-FFF2-40B4-BE49-F238E27FC236}">
                <a16:creationId xmlns:a16="http://schemas.microsoft.com/office/drawing/2014/main" id="{3CBCC046-E957-E482-7675-C8FAF579CB97}"/>
              </a:ext>
            </a:extLst>
          </p:cNvPr>
          <p:cNvPicPr>
            <a:picLocks noChangeAspect="1"/>
          </p:cNvPicPr>
          <p:nvPr/>
        </p:nvPicPr>
        <p:blipFill>
          <a:blip r:embed="rId19"/>
          <a:srcRect b="24330"/>
          <a:stretch>
            <a:fillRect/>
          </a:stretch>
        </p:blipFill>
        <p:spPr>
          <a:xfrm>
            <a:off x="4632864" y="11761340"/>
            <a:ext cx="939534" cy="355471"/>
          </a:xfrm>
          <a:prstGeom prst="rect">
            <a:avLst/>
          </a:prstGeom>
        </p:spPr>
      </p:pic>
      <p:pic>
        <p:nvPicPr>
          <p:cNvPr id="56" name="Image 6" descr="preencoded.png">
            <a:extLst>
              <a:ext uri="{FF2B5EF4-FFF2-40B4-BE49-F238E27FC236}">
                <a16:creationId xmlns:a16="http://schemas.microsoft.com/office/drawing/2014/main" id="{FA14A3A3-A751-6A4B-18AC-811949C02E1F}"/>
              </a:ext>
            </a:extLst>
          </p:cNvPr>
          <p:cNvPicPr>
            <a:picLocks noChangeAspect="1"/>
          </p:cNvPicPr>
          <p:nvPr/>
        </p:nvPicPr>
        <p:blipFill>
          <a:blip r:embed="rId20"/>
          <a:stretch>
            <a:fillRect/>
          </a:stretch>
        </p:blipFill>
        <p:spPr>
          <a:xfrm>
            <a:off x="5628240" y="11819009"/>
            <a:ext cx="494588" cy="263872"/>
          </a:xfrm>
          <a:prstGeom prst="rect">
            <a:avLst/>
          </a:prstGeom>
        </p:spPr>
      </p:pic>
      <p:pic>
        <p:nvPicPr>
          <p:cNvPr id="57" name="Image 7" descr="preencoded.png">
            <a:extLst>
              <a:ext uri="{FF2B5EF4-FFF2-40B4-BE49-F238E27FC236}">
                <a16:creationId xmlns:a16="http://schemas.microsoft.com/office/drawing/2014/main" id="{BA67645A-009D-E958-C1ED-D4329876E714}"/>
              </a:ext>
            </a:extLst>
          </p:cNvPr>
          <p:cNvPicPr>
            <a:picLocks noChangeAspect="1"/>
          </p:cNvPicPr>
          <p:nvPr/>
        </p:nvPicPr>
        <p:blipFill>
          <a:blip r:embed="rId21"/>
          <a:stretch>
            <a:fillRect/>
          </a:stretch>
        </p:blipFill>
        <p:spPr>
          <a:xfrm>
            <a:off x="7466896" y="11633477"/>
            <a:ext cx="234479" cy="476027"/>
          </a:xfrm>
          <a:prstGeom prst="rect">
            <a:avLst/>
          </a:prstGeom>
        </p:spPr>
      </p:pic>
      <p:pic>
        <p:nvPicPr>
          <p:cNvPr id="58" name="Image 8" descr="preencoded.png">
            <a:extLst>
              <a:ext uri="{FF2B5EF4-FFF2-40B4-BE49-F238E27FC236}">
                <a16:creationId xmlns:a16="http://schemas.microsoft.com/office/drawing/2014/main" id="{43CD25CA-4F1E-8D73-0EC0-494B8291BC8A}"/>
              </a:ext>
            </a:extLst>
          </p:cNvPr>
          <p:cNvPicPr>
            <a:picLocks noChangeAspect="1"/>
          </p:cNvPicPr>
          <p:nvPr/>
        </p:nvPicPr>
        <p:blipFill>
          <a:blip r:embed="rId22"/>
          <a:stretch>
            <a:fillRect/>
          </a:stretch>
        </p:blipFill>
        <p:spPr>
          <a:xfrm>
            <a:off x="929804" y="12233030"/>
            <a:ext cx="877809" cy="659458"/>
          </a:xfrm>
          <a:prstGeom prst="rect">
            <a:avLst/>
          </a:prstGeom>
        </p:spPr>
      </p:pic>
      <p:pic>
        <p:nvPicPr>
          <p:cNvPr id="59" name="Image 9" descr="preencoded.png">
            <a:extLst>
              <a:ext uri="{FF2B5EF4-FFF2-40B4-BE49-F238E27FC236}">
                <a16:creationId xmlns:a16="http://schemas.microsoft.com/office/drawing/2014/main" id="{8F314DBD-5ED5-94F0-7ADB-698003643EFB}"/>
              </a:ext>
            </a:extLst>
          </p:cNvPr>
          <p:cNvPicPr>
            <a:picLocks noChangeAspect="1"/>
          </p:cNvPicPr>
          <p:nvPr/>
        </p:nvPicPr>
        <p:blipFill>
          <a:blip r:embed="rId23"/>
          <a:stretch>
            <a:fillRect/>
          </a:stretch>
        </p:blipFill>
        <p:spPr>
          <a:xfrm>
            <a:off x="1694870" y="12306837"/>
            <a:ext cx="381670" cy="517624"/>
          </a:xfrm>
          <a:prstGeom prst="rect">
            <a:avLst/>
          </a:prstGeom>
        </p:spPr>
      </p:pic>
      <p:pic>
        <p:nvPicPr>
          <p:cNvPr id="60" name="Image 10" descr="preencoded.png">
            <a:extLst>
              <a:ext uri="{FF2B5EF4-FFF2-40B4-BE49-F238E27FC236}">
                <a16:creationId xmlns:a16="http://schemas.microsoft.com/office/drawing/2014/main" id="{3179A39D-6075-BF44-F709-E695A240B2CF}"/>
              </a:ext>
            </a:extLst>
          </p:cNvPr>
          <p:cNvPicPr>
            <a:picLocks noChangeAspect="1"/>
          </p:cNvPicPr>
          <p:nvPr/>
        </p:nvPicPr>
        <p:blipFill>
          <a:blip r:embed="rId24"/>
          <a:stretch>
            <a:fillRect/>
          </a:stretch>
        </p:blipFill>
        <p:spPr>
          <a:xfrm>
            <a:off x="2197595" y="12278460"/>
            <a:ext cx="389290" cy="550627"/>
          </a:xfrm>
          <a:prstGeom prst="rect">
            <a:avLst/>
          </a:prstGeom>
        </p:spPr>
      </p:pic>
      <p:pic>
        <p:nvPicPr>
          <p:cNvPr id="61" name="Image 11" descr="preencoded.png">
            <a:extLst>
              <a:ext uri="{FF2B5EF4-FFF2-40B4-BE49-F238E27FC236}">
                <a16:creationId xmlns:a16="http://schemas.microsoft.com/office/drawing/2014/main" id="{62696862-367E-748F-B09F-AFD7A5E22033}"/>
              </a:ext>
            </a:extLst>
          </p:cNvPr>
          <p:cNvPicPr>
            <a:picLocks noChangeAspect="1"/>
          </p:cNvPicPr>
          <p:nvPr/>
        </p:nvPicPr>
        <p:blipFill>
          <a:blip r:embed="rId25"/>
          <a:srcRect t="12315" b="15464"/>
          <a:stretch>
            <a:fillRect/>
          </a:stretch>
        </p:blipFill>
        <p:spPr>
          <a:xfrm>
            <a:off x="3199207" y="12336029"/>
            <a:ext cx="607293" cy="438597"/>
          </a:xfrm>
          <a:prstGeom prst="rect">
            <a:avLst/>
          </a:prstGeom>
        </p:spPr>
      </p:pic>
      <p:pic>
        <p:nvPicPr>
          <p:cNvPr id="62" name="Image 12" descr="preencoded.png">
            <a:extLst>
              <a:ext uri="{FF2B5EF4-FFF2-40B4-BE49-F238E27FC236}">
                <a16:creationId xmlns:a16="http://schemas.microsoft.com/office/drawing/2014/main" id="{D13E03F6-FD7E-527B-6E0C-4C5051D5D930}"/>
              </a:ext>
            </a:extLst>
          </p:cNvPr>
          <p:cNvPicPr>
            <a:picLocks noChangeAspect="1"/>
          </p:cNvPicPr>
          <p:nvPr/>
        </p:nvPicPr>
        <p:blipFill>
          <a:blip r:embed="rId26"/>
          <a:stretch>
            <a:fillRect/>
          </a:stretch>
        </p:blipFill>
        <p:spPr>
          <a:xfrm>
            <a:off x="3887331" y="12372047"/>
            <a:ext cx="805743" cy="402872"/>
          </a:xfrm>
          <a:prstGeom prst="rect">
            <a:avLst/>
          </a:prstGeom>
        </p:spPr>
      </p:pic>
      <p:sp>
        <p:nvSpPr>
          <p:cNvPr id="63" name="Shape 3">
            <a:extLst>
              <a:ext uri="{FF2B5EF4-FFF2-40B4-BE49-F238E27FC236}">
                <a16:creationId xmlns:a16="http://schemas.microsoft.com/office/drawing/2014/main" id="{91352610-6158-58CE-2BD2-A4EB61F23FC7}"/>
              </a:ext>
            </a:extLst>
          </p:cNvPr>
          <p:cNvSpPr/>
          <p:nvPr/>
        </p:nvSpPr>
        <p:spPr>
          <a:xfrm>
            <a:off x="929804" y="13088271"/>
            <a:ext cx="7183562" cy="11385"/>
          </a:xfrm>
          <a:prstGeom prst="roundRect">
            <a:avLst>
              <a:gd name="adj" fmla="val 120022"/>
            </a:avLst>
          </a:prstGeom>
          <a:solidFill>
            <a:srgbClr val="161613">
              <a:alpha val="50000"/>
            </a:srgbClr>
          </a:solidFill>
          <a:ln/>
        </p:spPr>
      </p:sp>
      <p:sp>
        <p:nvSpPr>
          <p:cNvPr id="64" name="Shape 4">
            <a:extLst>
              <a:ext uri="{FF2B5EF4-FFF2-40B4-BE49-F238E27FC236}">
                <a16:creationId xmlns:a16="http://schemas.microsoft.com/office/drawing/2014/main" id="{8ADEFCC9-11AB-37D4-061A-4A2A08502DD2}"/>
              </a:ext>
            </a:extLst>
          </p:cNvPr>
          <p:cNvSpPr/>
          <p:nvPr/>
        </p:nvSpPr>
        <p:spPr>
          <a:xfrm>
            <a:off x="864245" y="13197660"/>
            <a:ext cx="3611761" cy="1377255"/>
          </a:xfrm>
          <a:prstGeom prst="roundRect">
            <a:avLst>
              <a:gd name="adj" fmla="val 992"/>
            </a:avLst>
          </a:prstGeom>
          <a:solidFill>
            <a:srgbClr val="28282F"/>
          </a:solidFill>
          <a:ln/>
        </p:spPr>
      </p:sp>
      <p:sp>
        <p:nvSpPr>
          <p:cNvPr id="65" name="Text 5">
            <a:extLst>
              <a:ext uri="{FF2B5EF4-FFF2-40B4-BE49-F238E27FC236}">
                <a16:creationId xmlns:a16="http://schemas.microsoft.com/office/drawing/2014/main" id="{668D8F19-959C-F6A7-C6AD-B9F7AA2959A1}"/>
              </a:ext>
            </a:extLst>
          </p:cNvPr>
          <p:cNvSpPr/>
          <p:nvPr/>
        </p:nvSpPr>
        <p:spPr>
          <a:xfrm>
            <a:off x="955328" y="13264558"/>
            <a:ext cx="2251397" cy="142280"/>
          </a:xfrm>
          <a:prstGeom prst="rect">
            <a:avLst/>
          </a:prstGeom>
          <a:noFill/>
          <a:ln/>
        </p:spPr>
        <p:txBody>
          <a:bodyPr wrap="none" lIns="0" tIns="0" rIns="0" bIns="0" rtlCol="0" anchor="t"/>
          <a:lstStyle/>
          <a:p>
            <a:pPr>
              <a:lnSpc>
                <a:spcPct val="104000"/>
              </a:lnSpc>
            </a:pPr>
            <a:r>
              <a:rPr lang="en-US" sz="900" dirty="0">
                <a:solidFill>
                  <a:srgbClr val="FFFFFF"/>
                </a:solidFill>
                <a:latin typeface="Leelawadee UI" panose="020B0502040204020203" pitchFamily="34" charset="-34"/>
                <a:ea typeface="DM Sans Medium" pitchFamily="34" charset="-122"/>
                <a:cs typeface="Leelawadee UI" panose="020B0502040204020203" pitchFamily="34" charset="-34"/>
              </a:rPr>
              <a:t>Yayasan Natural Kapital Indonesia</a:t>
            </a:r>
            <a:endParaRPr lang="en-US" sz="900" dirty="0">
              <a:latin typeface="Leelawadee UI" panose="020B0502040204020203" pitchFamily="34" charset="-34"/>
              <a:cs typeface="Leelawadee UI" panose="020B0502040204020203" pitchFamily="34" charset="-34"/>
            </a:endParaRPr>
          </a:p>
        </p:txBody>
      </p:sp>
      <p:sp>
        <p:nvSpPr>
          <p:cNvPr id="66" name="Text 6">
            <a:extLst>
              <a:ext uri="{FF2B5EF4-FFF2-40B4-BE49-F238E27FC236}">
                <a16:creationId xmlns:a16="http://schemas.microsoft.com/office/drawing/2014/main" id="{19774104-7D63-23FF-804C-E3234CC8E682}"/>
              </a:ext>
            </a:extLst>
          </p:cNvPr>
          <p:cNvSpPr/>
          <p:nvPr/>
        </p:nvSpPr>
        <p:spPr>
          <a:xfrm>
            <a:off x="955328" y="13473736"/>
            <a:ext cx="3429595" cy="504230"/>
          </a:xfrm>
          <a:prstGeom prst="rect">
            <a:avLst/>
          </a:prstGeom>
          <a:noFill/>
          <a:ln/>
        </p:spPr>
        <p:txBody>
          <a:bodyPr wrap="square" lIns="0" tIns="0" rIns="0" bIns="0" rtlCol="0" anchor="t"/>
          <a:lstStyle/>
          <a:p>
            <a:pPr>
              <a:lnSpc>
                <a:spcPct val="116000"/>
              </a:lnSpc>
              <a:spcAft>
                <a:spcPts val="450"/>
              </a:spcAft>
            </a:pPr>
            <a:r>
              <a:rPr lang="en-US" sz="800" b="1" dirty="0">
                <a:solidFill>
                  <a:srgbClr val="FFFFFF"/>
                </a:solidFill>
                <a:latin typeface="Leelawadee UI" panose="020B0502040204020203" pitchFamily="34" charset="-34"/>
                <a:ea typeface="Inter" pitchFamily="34" charset="-122"/>
                <a:cs typeface="Leelawadee UI" panose="020B0502040204020203" pitchFamily="34" charset="-34"/>
              </a:rPr>
              <a:t>Nature for Life</a:t>
            </a:r>
            <a:endParaRPr lang="en-US" sz="800" dirty="0">
              <a:latin typeface="Leelawadee UI" panose="020B0502040204020203" pitchFamily="34" charset="-34"/>
              <a:cs typeface="Leelawadee UI" panose="020B0502040204020203" pitchFamily="34" charset="-34"/>
            </a:endParaRPr>
          </a:p>
          <a:p>
            <a:pPr>
              <a:lnSpc>
                <a:spcPct val="116000"/>
              </a:lnSpc>
              <a:spcAft>
                <a:spcPts val="450"/>
              </a:spcAft>
            </a:pPr>
            <a:r>
              <a:rPr lang="en-US" sz="800" dirty="0">
                <a:solidFill>
                  <a:srgbClr val="FFFFFF"/>
                </a:solidFill>
                <a:latin typeface="Leelawadee UI" panose="020B0502040204020203" pitchFamily="34" charset="-34"/>
                <a:ea typeface="Inter" pitchFamily="34" charset="-122"/>
                <a:cs typeface="Leelawadee UI" panose="020B0502040204020203" pitchFamily="34" charset="-34"/>
              </a:rPr>
              <a:t>Pontianak, Kalimantan Barat, Indonesia</a:t>
            </a:r>
            <a:endParaRPr lang="en-US" sz="800" dirty="0">
              <a:latin typeface="Leelawadee UI" panose="020B0502040204020203" pitchFamily="34" charset="-34"/>
              <a:cs typeface="Leelawadee UI" panose="020B0502040204020203" pitchFamily="34" charset="-34"/>
            </a:endParaRPr>
          </a:p>
          <a:p>
            <a:pPr>
              <a:lnSpc>
                <a:spcPct val="116000"/>
              </a:lnSpc>
            </a:pPr>
            <a:r>
              <a:rPr lang="en-US" sz="800" dirty="0">
                <a:solidFill>
                  <a:srgbClr val="000000"/>
                </a:solidFill>
                <a:latin typeface="Leelawadee UI" panose="020B0502040204020203" pitchFamily="34" charset="-34"/>
                <a:ea typeface="Inter" pitchFamily="34" charset="-122"/>
                <a:cs typeface="Leelawadee UI" panose="020B0502040204020203" pitchFamily="34" charset="-34"/>
              </a:rPr>
              <a:t>📧</a:t>
            </a:r>
            <a:r>
              <a:rPr lang="en-US" sz="800" dirty="0">
                <a:solidFill>
                  <a:srgbClr val="FFFFFF"/>
                </a:solidFill>
                <a:latin typeface="Leelawadee UI" panose="020B0502040204020203" pitchFamily="34" charset="-34"/>
                <a:ea typeface="Inter" pitchFamily="34" charset="-122"/>
                <a:cs typeface="Leelawadee UI" panose="020B0502040204020203" pitchFamily="34" charset="-34"/>
              </a:rPr>
              <a:t> </a:t>
            </a:r>
            <a:r>
              <a:rPr lang="en-US" sz="800" u="sng" dirty="0">
                <a:solidFill>
                  <a:srgbClr val="9191A1"/>
                </a:solidFill>
                <a:latin typeface="Leelawadee UI" panose="020B0502040204020203" pitchFamily="34" charset="-34"/>
                <a:ea typeface="Inter" pitchFamily="34" charset="-122"/>
                <a:cs typeface="Leelawadee UI" panose="020B0502040204020203" pitchFamily="34" charset="-34"/>
                <a:hlinkClick r:id="rId27">
                  <a:extLst>
                    <a:ext uri="{A12FA001-AC4F-418D-AE19-62706E023703}">
                      <ahyp:hlinkClr xmlns:ahyp="http://schemas.microsoft.com/office/drawing/2018/hyperlinkcolor" val="tx"/>
                    </a:ext>
                  </a:extLst>
                </a:hlinkClick>
              </a:rPr>
              <a:t>info@naturalkapital.or.id</a:t>
            </a:r>
            <a:endParaRPr lang="en-US" sz="800" dirty="0">
              <a:latin typeface="Leelawadee UI" panose="020B0502040204020203" pitchFamily="34" charset="-34"/>
              <a:cs typeface="Leelawadee UI" panose="020B0502040204020203" pitchFamily="34" charset="-34"/>
            </a:endParaRPr>
          </a:p>
        </p:txBody>
      </p:sp>
      <p:sp>
        <p:nvSpPr>
          <p:cNvPr id="67" name="Shape 7">
            <a:extLst>
              <a:ext uri="{FF2B5EF4-FFF2-40B4-BE49-F238E27FC236}">
                <a16:creationId xmlns:a16="http://schemas.microsoft.com/office/drawing/2014/main" id="{C8B9F815-63CA-DF90-88B8-6D0633B1707F}"/>
              </a:ext>
            </a:extLst>
          </p:cNvPr>
          <p:cNvSpPr/>
          <p:nvPr/>
        </p:nvSpPr>
        <p:spPr>
          <a:xfrm>
            <a:off x="955328" y="14053198"/>
            <a:ext cx="563463" cy="165199"/>
          </a:xfrm>
          <a:prstGeom prst="roundRect">
            <a:avLst>
              <a:gd name="adj" fmla="val 6617"/>
            </a:avLst>
          </a:prstGeom>
          <a:noFill/>
          <a:ln w="4763">
            <a:solidFill>
              <a:srgbClr val="28282F"/>
            </a:solidFill>
            <a:prstDash val="solid"/>
          </a:ln>
        </p:spPr>
      </p:sp>
      <p:pic>
        <p:nvPicPr>
          <p:cNvPr id="68" name="Image 13" descr="preencoded.png">
            <a:extLst>
              <a:ext uri="{FF2B5EF4-FFF2-40B4-BE49-F238E27FC236}">
                <a16:creationId xmlns:a16="http://schemas.microsoft.com/office/drawing/2014/main" id="{2AB4897F-EC33-16D3-5A47-C3FA9886A354}"/>
              </a:ext>
            </a:extLst>
          </p:cNvPr>
          <p:cNvPicPr>
            <a:picLocks noChangeAspect="1"/>
          </p:cNvPicPr>
          <p:nvPr/>
        </p:nvPicPr>
        <p:blipFill>
          <a:blip>
            <a:extLst>
              <a:ext uri="{96DAC541-7B7A-43D3-8B79-37D633B846F1}">
                <asvg:svgBlip xmlns:asvg="http://schemas.microsoft.com/office/drawing/2016/SVG/main" r:embed="rId28"/>
              </a:ext>
            </a:extLst>
          </a:blip>
          <a:stretch>
            <a:fillRect/>
          </a:stretch>
        </p:blipFill>
        <p:spPr>
          <a:xfrm>
            <a:off x="1014710" y="14099335"/>
            <a:ext cx="72851" cy="72851"/>
          </a:xfrm>
          <a:prstGeom prst="rect">
            <a:avLst/>
          </a:prstGeom>
        </p:spPr>
      </p:pic>
      <p:sp>
        <p:nvSpPr>
          <p:cNvPr id="69" name="Text 8">
            <a:extLst>
              <a:ext uri="{FF2B5EF4-FFF2-40B4-BE49-F238E27FC236}">
                <a16:creationId xmlns:a16="http://schemas.microsoft.com/office/drawing/2014/main" id="{6375301E-CD30-B0A6-51B0-BF3FC821B761}"/>
              </a:ext>
            </a:extLst>
          </p:cNvPr>
          <p:cNvSpPr/>
          <p:nvPr/>
        </p:nvSpPr>
        <p:spPr>
          <a:xfrm>
            <a:off x="1123950" y="14085271"/>
            <a:ext cx="792659" cy="101054"/>
          </a:xfrm>
          <a:prstGeom prst="rect">
            <a:avLst/>
          </a:prstGeom>
          <a:noFill/>
          <a:ln/>
        </p:spPr>
        <p:txBody>
          <a:bodyPr wrap="none" lIns="0" tIns="0" rIns="0" bIns="0" rtlCol="0" anchor="t"/>
          <a:lstStyle/>
          <a:p>
            <a:pPr>
              <a:lnSpc>
                <a:spcPct val="116000"/>
              </a:lnSpc>
            </a:pPr>
            <a:r>
              <a:rPr lang="en-US" sz="550" dirty="0">
                <a:solidFill>
                  <a:srgbClr val="28282F"/>
                </a:solidFill>
                <a:latin typeface="Leelawadee UI" panose="020B0502040204020203" pitchFamily="34" charset="-34"/>
                <a:ea typeface="Inter" pitchFamily="34" charset="-122"/>
                <a:cs typeface="Leelawadee UI" panose="020B0502040204020203" pitchFamily="34" charset="-34"/>
              </a:rPr>
              <a:t>LINKEDIN</a:t>
            </a:r>
            <a:endParaRPr lang="en-US" sz="550" dirty="0">
              <a:latin typeface="Leelawadee UI" panose="020B0502040204020203" pitchFamily="34" charset="-34"/>
              <a:cs typeface="Leelawadee UI" panose="020B0502040204020203" pitchFamily="34" charset="-34"/>
            </a:endParaRPr>
          </a:p>
        </p:txBody>
      </p:sp>
      <p:sp>
        <p:nvSpPr>
          <p:cNvPr id="70" name="Shape 9">
            <a:extLst>
              <a:ext uri="{FF2B5EF4-FFF2-40B4-BE49-F238E27FC236}">
                <a16:creationId xmlns:a16="http://schemas.microsoft.com/office/drawing/2014/main" id="{77AA1142-BB1D-9A69-11C3-93EDDFB45A3A}"/>
              </a:ext>
            </a:extLst>
          </p:cNvPr>
          <p:cNvSpPr/>
          <p:nvPr/>
        </p:nvSpPr>
        <p:spPr>
          <a:xfrm>
            <a:off x="1564333" y="14053198"/>
            <a:ext cx="577676" cy="165199"/>
          </a:xfrm>
          <a:prstGeom prst="roundRect">
            <a:avLst>
              <a:gd name="adj" fmla="val 6617"/>
            </a:avLst>
          </a:prstGeom>
          <a:noFill/>
          <a:ln w="4763">
            <a:solidFill>
              <a:srgbClr val="28282F"/>
            </a:solidFill>
            <a:prstDash val="solid"/>
          </a:ln>
        </p:spPr>
      </p:sp>
      <p:pic>
        <p:nvPicPr>
          <p:cNvPr id="71" name="Image 14" descr="preencoded.png">
            <a:extLst>
              <a:ext uri="{FF2B5EF4-FFF2-40B4-BE49-F238E27FC236}">
                <a16:creationId xmlns:a16="http://schemas.microsoft.com/office/drawing/2014/main" id="{5665DCF4-5CF2-48D2-6AE1-9F51182C3BAB}"/>
              </a:ext>
            </a:extLst>
          </p:cNvPr>
          <p:cNvPicPr>
            <a:picLocks noChangeAspect="1"/>
          </p:cNvPicPr>
          <p:nvPr/>
        </p:nvPicPr>
        <p:blipFill>
          <a:blip>
            <a:extLst>
              <a:ext uri="{96DAC541-7B7A-43D3-8B79-37D633B846F1}">
                <asvg:svgBlip xmlns:asvg="http://schemas.microsoft.com/office/drawing/2016/SVG/main" r:embed="rId29"/>
              </a:ext>
            </a:extLst>
          </a:blip>
          <a:stretch>
            <a:fillRect/>
          </a:stretch>
        </p:blipFill>
        <p:spPr>
          <a:xfrm>
            <a:off x="1623715" y="14099335"/>
            <a:ext cx="72851" cy="72851"/>
          </a:xfrm>
          <a:prstGeom prst="rect">
            <a:avLst/>
          </a:prstGeom>
        </p:spPr>
      </p:pic>
      <p:sp>
        <p:nvSpPr>
          <p:cNvPr id="72" name="Text 10">
            <a:extLst>
              <a:ext uri="{FF2B5EF4-FFF2-40B4-BE49-F238E27FC236}">
                <a16:creationId xmlns:a16="http://schemas.microsoft.com/office/drawing/2014/main" id="{6A81BAD7-462F-35D6-45EA-0A46CDC5D980}"/>
              </a:ext>
            </a:extLst>
          </p:cNvPr>
          <p:cNvSpPr/>
          <p:nvPr/>
        </p:nvSpPr>
        <p:spPr>
          <a:xfrm>
            <a:off x="1732955" y="14085271"/>
            <a:ext cx="806872" cy="101054"/>
          </a:xfrm>
          <a:prstGeom prst="rect">
            <a:avLst/>
          </a:prstGeom>
          <a:noFill/>
          <a:ln/>
        </p:spPr>
        <p:txBody>
          <a:bodyPr wrap="none" lIns="0" tIns="0" rIns="0" bIns="0" rtlCol="0" anchor="t"/>
          <a:lstStyle/>
          <a:p>
            <a:pPr>
              <a:lnSpc>
                <a:spcPct val="116000"/>
              </a:lnSpc>
            </a:pPr>
            <a:r>
              <a:rPr lang="en-US" sz="550" dirty="0">
                <a:solidFill>
                  <a:srgbClr val="28282F"/>
                </a:solidFill>
                <a:latin typeface="Leelawadee UI" panose="020B0502040204020203" pitchFamily="34" charset="-34"/>
                <a:ea typeface="Inter" pitchFamily="34" charset="-122"/>
                <a:cs typeface="Leelawadee UI" panose="020B0502040204020203" pitchFamily="34" charset="-34"/>
              </a:rPr>
              <a:t>YOUTUBE</a:t>
            </a:r>
            <a:endParaRPr lang="en-US" sz="550" dirty="0">
              <a:latin typeface="Leelawadee UI" panose="020B0502040204020203" pitchFamily="34" charset="-34"/>
              <a:cs typeface="Leelawadee UI" panose="020B0502040204020203" pitchFamily="34" charset="-34"/>
            </a:endParaRPr>
          </a:p>
        </p:txBody>
      </p:sp>
      <p:sp>
        <p:nvSpPr>
          <p:cNvPr id="73" name="Shape 11">
            <a:extLst>
              <a:ext uri="{FF2B5EF4-FFF2-40B4-BE49-F238E27FC236}">
                <a16:creationId xmlns:a16="http://schemas.microsoft.com/office/drawing/2014/main" id="{588F4292-CFA8-C727-1DC4-7739E8A4AF78}"/>
              </a:ext>
            </a:extLst>
          </p:cNvPr>
          <p:cNvSpPr/>
          <p:nvPr/>
        </p:nvSpPr>
        <p:spPr>
          <a:xfrm>
            <a:off x="2187551" y="14053198"/>
            <a:ext cx="654769" cy="165199"/>
          </a:xfrm>
          <a:prstGeom prst="roundRect">
            <a:avLst>
              <a:gd name="adj" fmla="val 6617"/>
            </a:avLst>
          </a:prstGeom>
          <a:noFill/>
          <a:ln w="4763">
            <a:solidFill>
              <a:srgbClr val="28282F"/>
            </a:solidFill>
            <a:prstDash val="solid"/>
          </a:ln>
        </p:spPr>
      </p:sp>
      <p:pic>
        <p:nvPicPr>
          <p:cNvPr id="74" name="Image 15" descr="preencoded.png">
            <a:extLst>
              <a:ext uri="{FF2B5EF4-FFF2-40B4-BE49-F238E27FC236}">
                <a16:creationId xmlns:a16="http://schemas.microsoft.com/office/drawing/2014/main" id="{FA5632CD-D515-0331-964D-D8910A66A89F}"/>
              </a:ext>
            </a:extLst>
          </p:cNvPr>
          <p:cNvPicPr>
            <a:picLocks noChangeAspect="1"/>
          </p:cNvPicPr>
          <p:nvPr/>
        </p:nvPicPr>
        <p:blipFill>
          <a:blip>
            <a:extLst>
              <a:ext uri="{96DAC541-7B7A-43D3-8B79-37D633B846F1}">
                <asvg:svgBlip xmlns:asvg="http://schemas.microsoft.com/office/drawing/2016/SVG/main" r:embed="rId30"/>
              </a:ext>
            </a:extLst>
          </a:blip>
          <a:stretch>
            <a:fillRect/>
          </a:stretch>
        </p:blipFill>
        <p:spPr>
          <a:xfrm>
            <a:off x="2246933" y="14099335"/>
            <a:ext cx="72851" cy="72851"/>
          </a:xfrm>
          <a:prstGeom prst="rect">
            <a:avLst/>
          </a:prstGeom>
        </p:spPr>
      </p:pic>
      <p:sp>
        <p:nvSpPr>
          <p:cNvPr id="75" name="Text 12">
            <a:extLst>
              <a:ext uri="{FF2B5EF4-FFF2-40B4-BE49-F238E27FC236}">
                <a16:creationId xmlns:a16="http://schemas.microsoft.com/office/drawing/2014/main" id="{C877EAE7-88D2-7EF1-5D5C-6F8FFC3BD4A3}"/>
              </a:ext>
            </a:extLst>
          </p:cNvPr>
          <p:cNvSpPr/>
          <p:nvPr/>
        </p:nvSpPr>
        <p:spPr>
          <a:xfrm>
            <a:off x="2356173" y="14085271"/>
            <a:ext cx="883965" cy="101054"/>
          </a:xfrm>
          <a:prstGeom prst="rect">
            <a:avLst/>
          </a:prstGeom>
          <a:noFill/>
          <a:ln/>
        </p:spPr>
        <p:txBody>
          <a:bodyPr wrap="none" lIns="0" tIns="0" rIns="0" bIns="0" rtlCol="0" anchor="t"/>
          <a:lstStyle/>
          <a:p>
            <a:pPr>
              <a:lnSpc>
                <a:spcPct val="116000"/>
              </a:lnSpc>
            </a:pPr>
            <a:r>
              <a:rPr lang="en-US" sz="550" dirty="0">
                <a:solidFill>
                  <a:srgbClr val="28282F"/>
                </a:solidFill>
                <a:latin typeface="Leelawadee UI" panose="020B0502040204020203" pitchFamily="34" charset="-34"/>
                <a:ea typeface="Inter" pitchFamily="34" charset="-122"/>
                <a:cs typeface="Leelawadee UI" panose="020B0502040204020203" pitchFamily="34" charset="-34"/>
              </a:rPr>
              <a:t>INSTAGRAM</a:t>
            </a:r>
            <a:endParaRPr lang="en-US" sz="550" dirty="0">
              <a:latin typeface="Leelawadee UI" panose="020B0502040204020203" pitchFamily="34" charset="-34"/>
              <a:cs typeface="Leelawadee UI" panose="020B0502040204020203" pitchFamily="34" charset="-34"/>
            </a:endParaRPr>
          </a:p>
        </p:txBody>
      </p:sp>
      <p:sp>
        <p:nvSpPr>
          <p:cNvPr id="76" name="Text 13">
            <a:extLst>
              <a:ext uri="{FF2B5EF4-FFF2-40B4-BE49-F238E27FC236}">
                <a16:creationId xmlns:a16="http://schemas.microsoft.com/office/drawing/2014/main" id="{3C6B270E-D48C-FFC4-A039-124F6A74AF14}"/>
              </a:ext>
            </a:extLst>
          </p:cNvPr>
          <p:cNvSpPr/>
          <p:nvPr/>
        </p:nvSpPr>
        <p:spPr>
          <a:xfrm>
            <a:off x="4637410" y="13264558"/>
            <a:ext cx="1595884" cy="142280"/>
          </a:xfrm>
          <a:prstGeom prst="rect">
            <a:avLst/>
          </a:prstGeom>
          <a:noFill/>
          <a:ln/>
        </p:spPr>
        <p:txBody>
          <a:bodyPr wrap="none" lIns="0" tIns="0" rIns="0" bIns="0" rtlCol="0" anchor="t"/>
          <a:lstStyle/>
          <a:p>
            <a:pPr>
              <a:lnSpc>
                <a:spcPct val="104000"/>
              </a:lnSpc>
            </a:pPr>
            <a:r>
              <a:rPr lang="en-US" sz="900" dirty="0">
                <a:solidFill>
                  <a:srgbClr val="161613"/>
                </a:solidFill>
                <a:latin typeface="Leelawadee UI" panose="020B0502040204020203" pitchFamily="34" charset="-34"/>
                <a:ea typeface="DM Sans Medium" pitchFamily="34" charset="-122"/>
                <a:cs typeface="Leelawadee UI" panose="020B0502040204020203" pitchFamily="34" charset="-34"/>
              </a:rPr>
              <a:t>Tautan Cepat</a:t>
            </a:r>
            <a:endParaRPr lang="en-US" sz="900" dirty="0">
              <a:latin typeface="Leelawadee UI" panose="020B0502040204020203" pitchFamily="34" charset="-34"/>
              <a:cs typeface="Leelawadee UI" panose="020B0502040204020203" pitchFamily="34" charset="-34"/>
            </a:endParaRPr>
          </a:p>
        </p:txBody>
      </p:sp>
      <p:sp>
        <p:nvSpPr>
          <p:cNvPr id="77" name="Text 14">
            <a:extLst>
              <a:ext uri="{FF2B5EF4-FFF2-40B4-BE49-F238E27FC236}">
                <a16:creationId xmlns:a16="http://schemas.microsoft.com/office/drawing/2014/main" id="{8A0C794E-FCD5-2D89-8903-CA05871B2C36}"/>
              </a:ext>
            </a:extLst>
          </p:cNvPr>
          <p:cNvSpPr/>
          <p:nvPr/>
        </p:nvSpPr>
        <p:spPr>
          <a:xfrm>
            <a:off x="4637411" y="13473737"/>
            <a:ext cx="3480643" cy="874961"/>
          </a:xfrm>
          <a:prstGeom prst="rect">
            <a:avLst/>
          </a:prstGeom>
          <a:noFill/>
          <a:ln/>
        </p:spPr>
        <p:txBody>
          <a:bodyPr wrap="square" lIns="0" tIns="0" rIns="0" bIns="0" rtlCol="0" anchor="t">
            <a:normAutofit/>
          </a:bodyPr>
          <a:lstStyle/>
          <a:p>
            <a:pPr marL="342882" indent="-342882">
              <a:lnSpc>
                <a:spcPct val="116000"/>
              </a:lnSpc>
              <a:buSzPct val="100000"/>
              <a:buChar char="•"/>
            </a:pPr>
            <a:r>
              <a:rPr lang="en-US" sz="800" u="sng" dirty="0">
                <a:solidFill>
                  <a:srgbClr val="28282F"/>
                </a:solidFill>
                <a:latin typeface="Leelawadee UI" panose="020B0502040204020203" pitchFamily="34" charset="-34"/>
                <a:ea typeface="Inter" pitchFamily="34" charset="-122"/>
                <a:cs typeface="Leelawadee UI" panose="020B0502040204020203" pitchFamily="34" charset="-34"/>
                <a:hlinkClick r:id="" action="ppaction://noaction">
                  <a:extLst>
                    <a:ext uri="{A12FA001-AC4F-418D-AE19-62706E023703}">
                      <ahyp:hlinkClr xmlns:ahyp="http://schemas.microsoft.com/office/drawing/2018/hyperlinkcolor" val="tx"/>
                    </a:ext>
                  </a:extLst>
                </a:hlinkClick>
              </a:rPr>
              <a:t>Tentang Kami</a:t>
            </a:r>
            <a:endParaRPr lang="en-US" sz="800" dirty="0">
              <a:latin typeface="Leelawadee UI" panose="020B0502040204020203" pitchFamily="34" charset="-34"/>
              <a:cs typeface="Leelawadee UI" panose="020B0502040204020203" pitchFamily="34" charset="-34"/>
            </a:endParaRPr>
          </a:p>
          <a:p>
            <a:pPr marL="342882" indent="-342882">
              <a:lnSpc>
                <a:spcPct val="116000"/>
              </a:lnSpc>
              <a:buSzPct val="100000"/>
              <a:buChar char="•"/>
            </a:pPr>
            <a:r>
              <a:rPr lang="en-US" sz="800" u="sng" dirty="0">
                <a:solidFill>
                  <a:srgbClr val="28282F"/>
                </a:solidFill>
                <a:latin typeface="Leelawadee UI" panose="020B0502040204020203" pitchFamily="34" charset="-34"/>
                <a:ea typeface="Inter" pitchFamily="34" charset="-122"/>
                <a:cs typeface="Leelawadee UI" panose="020B0502040204020203" pitchFamily="34" charset="-34"/>
                <a:hlinkClick r:id="" action="ppaction://noaction">
                  <a:extLst>
                    <a:ext uri="{A12FA001-AC4F-418D-AE19-62706E023703}">
                      <ahyp:hlinkClr xmlns:ahyp="http://schemas.microsoft.com/office/drawing/2018/hyperlinkcolor" val="tx"/>
                    </a:ext>
                  </a:extLst>
                </a:hlinkClick>
              </a:rPr>
              <a:t>Program Kami</a:t>
            </a:r>
            <a:endParaRPr lang="en-US" sz="800" dirty="0">
              <a:latin typeface="Leelawadee UI" panose="020B0502040204020203" pitchFamily="34" charset="-34"/>
              <a:cs typeface="Leelawadee UI" panose="020B0502040204020203" pitchFamily="34" charset="-34"/>
            </a:endParaRPr>
          </a:p>
          <a:p>
            <a:pPr marL="342882" indent="-342882">
              <a:lnSpc>
                <a:spcPct val="116000"/>
              </a:lnSpc>
              <a:buSzPct val="100000"/>
              <a:buChar char="•"/>
            </a:pPr>
            <a:r>
              <a:rPr lang="en-US" sz="800" u="sng" dirty="0">
                <a:solidFill>
                  <a:srgbClr val="28282F"/>
                </a:solidFill>
                <a:latin typeface="Leelawadee UI" panose="020B0502040204020203" pitchFamily="34" charset="-34"/>
                <a:ea typeface="Inter" pitchFamily="34" charset="-122"/>
                <a:cs typeface="Leelawadee UI" panose="020B0502040204020203" pitchFamily="34" charset="-34"/>
                <a:hlinkClick r:id="" action="ppaction://noaction">
                  <a:extLst>
                    <a:ext uri="{A12FA001-AC4F-418D-AE19-62706E023703}">
                      <ahyp:hlinkClr xmlns:ahyp="http://schemas.microsoft.com/office/drawing/2018/hyperlinkcolor" val="tx"/>
                    </a:ext>
                  </a:extLst>
                </a:hlinkClick>
              </a:rPr>
              <a:t>Dampak &amp; Pembelajaran</a:t>
            </a:r>
            <a:endParaRPr lang="en-US" sz="800" dirty="0">
              <a:latin typeface="Leelawadee UI" panose="020B0502040204020203" pitchFamily="34" charset="-34"/>
              <a:cs typeface="Leelawadee UI" panose="020B0502040204020203" pitchFamily="34" charset="-34"/>
            </a:endParaRPr>
          </a:p>
          <a:p>
            <a:pPr marL="342882" indent="-342882">
              <a:lnSpc>
                <a:spcPct val="116000"/>
              </a:lnSpc>
              <a:buSzPct val="100000"/>
              <a:buChar char="•"/>
            </a:pPr>
            <a:r>
              <a:rPr lang="en-US" sz="800" u="sng" dirty="0">
                <a:solidFill>
                  <a:srgbClr val="28282F"/>
                </a:solidFill>
                <a:latin typeface="Leelawadee UI" panose="020B0502040204020203" pitchFamily="34" charset="-34"/>
                <a:ea typeface="Inter" pitchFamily="34" charset="-122"/>
                <a:cs typeface="Leelawadee UI" panose="020B0502040204020203" pitchFamily="34" charset="-34"/>
                <a:hlinkClick r:id="" action="ppaction://noaction">
                  <a:extLst>
                    <a:ext uri="{A12FA001-AC4F-418D-AE19-62706E023703}">
                      <ahyp:hlinkClr xmlns:ahyp="http://schemas.microsoft.com/office/drawing/2018/hyperlinkcolor" val="tx"/>
                    </a:ext>
                  </a:extLst>
                </a:hlinkClick>
              </a:rPr>
              <a:t>Ikut Terlibat</a:t>
            </a:r>
            <a:endParaRPr lang="en-US" sz="800" dirty="0">
              <a:latin typeface="Leelawadee UI" panose="020B0502040204020203" pitchFamily="34" charset="-34"/>
              <a:cs typeface="Leelawadee UI" panose="020B0502040204020203" pitchFamily="34" charset="-34"/>
            </a:endParaRPr>
          </a:p>
          <a:p>
            <a:pPr marL="342882" indent="-342882">
              <a:lnSpc>
                <a:spcPct val="116000"/>
              </a:lnSpc>
              <a:buSzPct val="100000"/>
              <a:buChar char="•"/>
            </a:pPr>
            <a:r>
              <a:rPr lang="en-US" sz="800" u="sng" dirty="0">
                <a:solidFill>
                  <a:srgbClr val="28282F"/>
                </a:solidFill>
                <a:latin typeface="Leelawadee UI" panose="020B0502040204020203" pitchFamily="34" charset="-34"/>
                <a:ea typeface="Inter" pitchFamily="34" charset="-122"/>
                <a:cs typeface="Leelawadee UI" panose="020B0502040204020203" pitchFamily="34" charset="-34"/>
                <a:hlinkClick r:id="" action="ppaction://noaction">
                  <a:extLst>
                    <a:ext uri="{A12FA001-AC4F-418D-AE19-62706E023703}">
                      <ahyp:hlinkClr xmlns:ahyp="http://schemas.microsoft.com/office/drawing/2018/hyperlinkcolor" val="tx"/>
                    </a:ext>
                  </a:extLst>
                </a:hlinkClick>
              </a:rPr>
              <a:t>Pustaka &amp; Pengetahuan</a:t>
            </a:r>
            <a:endParaRPr lang="en-US" sz="800" dirty="0">
              <a:latin typeface="Leelawadee UI" panose="020B0502040204020203" pitchFamily="34" charset="-34"/>
              <a:cs typeface="Leelawadee UI" panose="020B0502040204020203" pitchFamily="34" charset="-34"/>
            </a:endParaRPr>
          </a:p>
          <a:p>
            <a:pPr marL="342882" indent="-342882">
              <a:lnSpc>
                <a:spcPct val="116000"/>
              </a:lnSpc>
              <a:buSzPct val="100000"/>
              <a:buChar char="•"/>
            </a:pPr>
            <a:r>
              <a:rPr lang="en-US" sz="800" u="sng" dirty="0">
                <a:solidFill>
                  <a:srgbClr val="28282F"/>
                </a:solidFill>
                <a:latin typeface="Leelawadee UI" panose="020B0502040204020203" pitchFamily="34" charset="-34"/>
                <a:ea typeface="Inter" pitchFamily="34" charset="-122"/>
                <a:cs typeface="Leelawadee UI" panose="020B0502040204020203" pitchFamily="34" charset="-34"/>
                <a:hlinkClick r:id="" action="ppaction://noaction">
                  <a:extLst>
                    <a:ext uri="{A12FA001-AC4F-418D-AE19-62706E023703}">
                      <ahyp:hlinkClr xmlns:ahyp="http://schemas.microsoft.com/office/drawing/2018/hyperlinkcolor" val="tx"/>
                    </a:ext>
                  </a:extLst>
                </a:hlinkClick>
              </a:rPr>
              <a:t>Hubungi Kami</a:t>
            </a:r>
            <a:endParaRPr lang="en-US" sz="800" dirty="0">
              <a:latin typeface="Leelawadee UI" panose="020B0502040204020203" pitchFamily="34" charset="-34"/>
              <a:cs typeface="Leelawadee UI" panose="020B0502040204020203" pitchFamily="34" charset="-34"/>
            </a:endParaRPr>
          </a:p>
        </p:txBody>
      </p:sp>
      <p:sp>
        <p:nvSpPr>
          <p:cNvPr id="78" name="Text 15">
            <a:extLst>
              <a:ext uri="{FF2B5EF4-FFF2-40B4-BE49-F238E27FC236}">
                <a16:creationId xmlns:a16="http://schemas.microsoft.com/office/drawing/2014/main" id="{645273EB-3D89-684C-6784-2157EC7EED6F}"/>
              </a:ext>
            </a:extLst>
          </p:cNvPr>
          <p:cNvSpPr/>
          <p:nvPr/>
        </p:nvSpPr>
        <p:spPr>
          <a:xfrm>
            <a:off x="4637411" y="14408899"/>
            <a:ext cx="3937843" cy="105817"/>
          </a:xfrm>
          <a:prstGeom prst="rect">
            <a:avLst/>
          </a:prstGeom>
          <a:noFill/>
          <a:ln/>
        </p:spPr>
        <p:txBody>
          <a:bodyPr wrap="none" lIns="0" tIns="0" rIns="0" bIns="0" rtlCol="0" anchor="t"/>
          <a:lstStyle/>
          <a:p>
            <a:pPr>
              <a:lnSpc>
                <a:spcPct val="116000"/>
              </a:lnSpc>
            </a:pPr>
            <a:r>
              <a:rPr lang="en-US" sz="800" dirty="0">
                <a:solidFill>
                  <a:srgbClr val="000000"/>
                </a:solidFill>
                <a:latin typeface="Leelawadee UI" panose="020B0502040204020203" pitchFamily="34" charset="-34"/>
                <a:ea typeface="Inter" pitchFamily="34" charset="-122"/>
                <a:cs typeface="Leelawadee UI" panose="020B0502040204020203" pitchFamily="34" charset="-34"/>
              </a:rPr>
              <a:t>©</a:t>
            </a:r>
            <a:r>
              <a:rPr lang="en-US" sz="800" dirty="0">
                <a:solidFill>
                  <a:srgbClr val="161613"/>
                </a:solidFill>
                <a:latin typeface="Leelawadee UI" panose="020B0502040204020203" pitchFamily="34" charset="-34"/>
                <a:ea typeface="Inter" pitchFamily="34" charset="-122"/>
                <a:cs typeface="Leelawadee UI" panose="020B0502040204020203" pitchFamily="34" charset="-34"/>
              </a:rPr>
              <a:t> 2026 Yayasan Natural Kapital Indonesia · </a:t>
            </a:r>
            <a:r>
              <a:rPr lang="en-US" sz="800" u="sng" dirty="0">
                <a:solidFill>
                  <a:srgbClr val="28282F"/>
                </a:solidFill>
                <a:latin typeface="Leelawadee UI" panose="020B0502040204020203" pitchFamily="34" charset="-34"/>
                <a:ea typeface="Inter" pitchFamily="34" charset="-122"/>
                <a:cs typeface="Leelawadee UI" panose="020B0502040204020203" pitchFamily="34" charset="-34"/>
                <a:hlinkClick r:id="" action="ppaction://noaction">
                  <a:extLst>
                    <a:ext uri="{A12FA001-AC4F-418D-AE19-62706E023703}">
                      <ahyp:hlinkClr xmlns:ahyp="http://schemas.microsoft.com/office/drawing/2018/hyperlinkcolor" val="tx"/>
                    </a:ext>
                  </a:extLst>
                </a:hlinkClick>
              </a:rPr>
              <a:t>Kebijakan Privasi</a:t>
            </a:r>
            <a:endParaRPr lang="en-US" sz="800" dirty="0">
              <a:latin typeface="Leelawadee UI" panose="020B0502040204020203" pitchFamily="34" charset="-34"/>
              <a:cs typeface="Leelawadee UI" panose="020B0502040204020203" pitchFamily="34" charset="-34"/>
            </a:endParaRPr>
          </a:p>
        </p:txBody>
      </p:sp>
      <p:pic>
        <p:nvPicPr>
          <p:cNvPr id="79" name="Picture 78">
            <a:extLst>
              <a:ext uri="{FF2B5EF4-FFF2-40B4-BE49-F238E27FC236}">
                <a16:creationId xmlns:a16="http://schemas.microsoft.com/office/drawing/2014/main" id="{6A9D4FFF-4F31-D43C-AA08-2A0F8122AA4B}"/>
              </a:ext>
            </a:extLst>
          </p:cNvPr>
          <p:cNvPicPr>
            <a:picLocks noChangeAspect="1"/>
          </p:cNvPicPr>
          <p:nvPr/>
        </p:nvPicPr>
        <p:blipFill>
          <a:blip r:embed="rId31"/>
          <a:stretch>
            <a:fillRect/>
          </a:stretch>
        </p:blipFill>
        <p:spPr>
          <a:xfrm>
            <a:off x="5985920" y="12474359"/>
            <a:ext cx="751114" cy="353419"/>
          </a:xfrm>
          <a:prstGeom prst="rect">
            <a:avLst/>
          </a:prstGeom>
        </p:spPr>
      </p:pic>
      <p:pic>
        <p:nvPicPr>
          <p:cNvPr id="80" name="Picture 79">
            <a:extLst>
              <a:ext uri="{FF2B5EF4-FFF2-40B4-BE49-F238E27FC236}">
                <a16:creationId xmlns:a16="http://schemas.microsoft.com/office/drawing/2014/main" id="{5353B4BF-D4DC-F2DB-CD2B-49F3CD0B27E4}"/>
              </a:ext>
            </a:extLst>
          </p:cNvPr>
          <p:cNvPicPr>
            <a:picLocks noChangeAspect="1"/>
          </p:cNvPicPr>
          <p:nvPr/>
        </p:nvPicPr>
        <p:blipFill>
          <a:blip r:embed="rId32"/>
          <a:stretch>
            <a:fillRect/>
          </a:stretch>
        </p:blipFill>
        <p:spPr>
          <a:xfrm>
            <a:off x="4859227" y="12389092"/>
            <a:ext cx="399853" cy="399853"/>
          </a:xfrm>
          <a:prstGeom prst="rect">
            <a:avLst/>
          </a:prstGeom>
        </p:spPr>
      </p:pic>
      <p:pic>
        <p:nvPicPr>
          <p:cNvPr id="81" name="Picture 80">
            <a:extLst>
              <a:ext uri="{FF2B5EF4-FFF2-40B4-BE49-F238E27FC236}">
                <a16:creationId xmlns:a16="http://schemas.microsoft.com/office/drawing/2014/main" id="{DE3AD6CE-5061-74FA-2361-ED324881C082}"/>
              </a:ext>
            </a:extLst>
          </p:cNvPr>
          <p:cNvPicPr>
            <a:picLocks noChangeAspect="1"/>
          </p:cNvPicPr>
          <p:nvPr/>
        </p:nvPicPr>
        <p:blipFill>
          <a:blip r:embed="rId33"/>
          <a:stretch>
            <a:fillRect/>
          </a:stretch>
        </p:blipFill>
        <p:spPr>
          <a:xfrm>
            <a:off x="5425232" y="12248312"/>
            <a:ext cx="402881" cy="559557"/>
          </a:xfrm>
          <a:prstGeom prst="rect">
            <a:avLst/>
          </a:prstGeom>
        </p:spPr>
      </p:pic>
      <p:pic>
        <p:nvPicPr>
          <p:cNvPr id="82" name="Picture 81">
            <a:extLst>
              <a:ext uri="{FF2B5EF4-FFF2-40B4-BE49-F238E27FC236}">
                <a16:creationId xmlns:a16="http://schemas.microsoft.com/office/drawing/2014/main" id="{29B0341E-22AB-D0E2-5E33-1343A101BA74}"/>
              </a:ext>
            </a:extLst>
          </p:cNvPr>
          <p:cNvPicPr>
            <a:picLocks noChangeAspect="1"/>
          </p:cNvPicPr>
          <p:nvPr/>
        </p:nvPicPr>
        <p:blipFill>
          <a:blip r:embed="rId34"/>
          <a:srcRect l="7527" t="6734" r="5818" b="9924"/>
          <a:stretch>
            <a:fillRect/>
          </a:stretch>
        </p:blipFill>
        <p:spPr>
          <a:xfrm>
            <a:off x="3710646" y="11796419"/>
            <a:ext cx="754198" cy="270895"/>
          </a:xfrm>
          <a:prstGeom prst="rect">
            <a:avLst/>
          </a:prstGeom>
        </p:spPr>
      </p:pic>
      <p:pic>
        <p:nvPicPr>
          <p:cNvPr id="83" name="Picture 82">
            <a:extLst>
              <a:ext uri="{FF2B5EF4-FFF2-40B4-BE49-F238E27FC236}">
                <a16:creationId xmlns:a16="http://schemas.microsoft.com/office/drawing/2014/main" id="{51C0C427-4EB3-7B0C-A726-7F848D808567}"/>
              </a:ext>
            </a:extLst>
          </p:cNvPr>
          <p:cNvPicPr>
            <a:picLocks noChangeAspect="1"/>
          </p:cNvPicPr>
          <p:nvPr/>
        </p:nvPicPr>
        <p:blipFill>
          <a:blip r:embed="rId35"/>
          <a:stretch>
            <a:fillRect/>
          </a:stretch>
        </p:blipFill>
        <p:spPr>
          <a:xfrm>
            <a:off x="2706882" y="12278460"/>
            <a:ext cx="369170" cy="496165"/>
          </a:xfrm>
          <a:prstGeom prst="rect">
            <a:avLst/>
          </a:prstGeom>
        </p:spPr>
      </p:pic>
      <p:pic>
        <p:nvPicPr>
          <p:cNvPr id="84" name="Picture 83">
            <a:extLst>
              <a:ext uri="{FF2B5EF4-FFF2-40B4-BE49-F238E27FC236}">
                <a16:creationId xmlns:a16="http://schemas.microsoft.com/office/drawing/2014/main" id="{EC1147C7-FA1F-E771-2214-61FCEC2E4C8E}"/>
              </a:ext>
            </a:extLst>
          </p:cNvPr>
          <p:cNvPicPr>
            <a:picLocks noChangeAspect="1"/>
          </p:cNvPicPr>
          <p:nvPr/>
        </p:nvPicPr>
        <p:blipFill>
          <a:blip r:embed="rId36"/>
          <a:stretch>
            <a:fillRect/>
          </a:stretch>
        </p:blipFill>
        <p:spPr>
          <a:xfrm>
            <a:off x="3239142" y="11753550"/>
            <a:ext cx="328240" cy="328240"/>
          </a:xfrm>
          <a:prstGeom prst="rect">
            <a:avLst/>
          </a:prstGeom>
        </p:spPr>
      </p:pic>
      <p:pic>
        <p:nvPicPr>
          <p:cNvPr id="85" name="Picture 84">
            <a:extLst>
              <a:ext uri="{FF2B5EF4-FFF2-40B4-BE49-F238E27FC236}">
                <a16:creationId xmlns:a16="http://schemas.microsoft.com/office/drawing/2014/main" id="{B779C072-93FC-5F14-D965-CF39486E48EA}"/>
              </a:ext>
            </a:extLst>
          </p:cNvPr>
          <p:cNvPicPr>
            <a:picLocks noChangeAspect="1"/>
          </p:cNvPicPr>
          <p:nvPr/>
        </p:nvPicPr>
        <p:blipFill>
          <a:blip r:embed="rId37"/>
          <a:stretch>
            <a:fillRect/>
          </a:stretch>
        </p:blipFill>
        <p:spPr>
          <a:xfrm>
            <a:off x="6401413" y="11805334"/>
            <a:ext cx="886231" cy="226009"/>
          </a:xfrm>
          <a:prstGeom prst="rect">
            <a:avLst/>
          </a:prstGeom>
        </p:spPr>
      </p:pic>
      <p:pic>
        <p:nvPicPr>
          <p:cNvPr id="86" name="Picture 85">
            <a:extLst>
              <a:ext uri="{FF2B5EF4-FFF2-40B4-BE49-F238E27FC236}">
                <a16:creationId xmlns:a16="http://schemas.microsoft.com/office/drawing/2014/main" id="{7B081176-7C91-7CB2-D931-138641CC4C1E}"/>
              </a:ext>
            </a:extLst>
          </p:cNvPr>
          <p:cNvPicPr>
            <a:picLocks noChangeAspect="1"/>
          </p:cNvPicPr>
          <p:nvPr/>
        </p:nvPicPr>
        <p:blipFill>
          <a:blip r:embed="rId38"/>
          <a:srcRect t="30314" b="38977"/>
          <a:stretch>
            <a:fillRect/>
          </a:stretch>
        </p:blipFill>
        <p:spPr>
          <a:xfrm>
            <a:off x="6826708" y="12498720"/>
            <a:ext cx="1043332" cy="320395"/>
          </a:xfrm>
          <a:prstGeom prst="rect">
            <a:avLst/>
          </a:prstGeom>
        </p:spPr>
      </p:pic>
    </p:spTree>
    <p:extLst>
      <p:ext uri="{BB962C8B-B14F-4D97-AF65-F5344CB8AC3E}">
        <p14:creationId xmlns:p14="http://schemas.microsoft.com/office/powerpoint/2010/main" val="2970316132"/>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10</TotalTime>
  <Words>388</Words>
  <Application>Microsoft Office PowerPoint</Application>
  <PresentationFormat>Custom</PresentationFormat>
  <Paragraphs>67</Paragraphs>
  <Slides>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Arial</vt:lpstr>
      <vt:lpstr>Calibri</vt:lpstr>
      <vt:lpstr>Calibri Light</vt:lpstr>
      <vt:lpstr>Leelawadee UI</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haryono sadikin</dc:creator>
  <cp:lastModifiedBy>haryono sadikin</cp:lastModifiedBy>
  <cp:revision>3</cp:revision>
  <dcterms:created xsi:type="dcterms:W3CDTF">2026-06-19T09:51:20Z</dcterms:created>
  <dcterms:modified xsi:type="dcterms:W3CDTF">2026-06-23T14:00:19Z</dcterms:modified>
</cp:coreProperties>
</file>