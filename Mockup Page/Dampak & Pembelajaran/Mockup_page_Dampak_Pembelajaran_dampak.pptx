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Lst>
  <p:sldSz cx="8999538" cy="35999738"/>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21" autoAdjust="0"/>
    <p:restoredTop sz="94660"/>
  </p:normalViewPr>
  <p:slideViewPr>
    <p:cSldViewPr snapToGrid="0">
      <p:cViewPr>
        <p:scale>
          <a:sx n="60" d="100"/>
          <a:sy n="60" d="100"/>
        </p:scale>
        <p:origin x="612" y="1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74966" y="5891626"/>
            <a:ext cx="7649607" cy="12533242"/>
          </a:xfrm>
        </p:spPr>
        <p:txBody>
          <a:bodyPr anchor="b"/>
          <a:lstStyle>
            <a:lvl1pPr algn="ctr">
              <a:defRPr sz="5905"/>
            </a:lvl1pPr>
          </a:lstStyle>
          <a:p>
            <a:r>
              <a:rPr lang="en-US"/>
              <a:t>Click to edit Master title style</a:t>
            </a:r>
            <a:endParaRPr lang="en-US" dirty="0"/>
          </a:p>
        </p:txBody>
      </p:sp>
      <p:sp>
        <p:nvSpPr>
          <p:cNvPr id="3" name="Subtitle 2"/>
          <p:cNvSpPr>
            <a:spLocks noGrp="1"/>
          </p:cNvSpPr>
          <p:nvPr>
            <p:ph type="subTitle" idx="1"/>
          </p:nvPr>
        </p:nvSpPr>
        <p:spPr>
          <a:xfrm>
            <a:off x="1124942" y="18908198"/>
            <a:ext cx="6749654" cy="8691601"/>
          </a:xfrm>
        </p:spPr>
        <p:txBody>
          <a:bodyPr/>
          <a:lstStyle>
            <a:lvl1pPr marL="0" indent="0" algn="ctr">
              <a:buNone/>
              <a:defRPr sz="2362"/>
            </a:lvl1pPr>
            <a:lvl2pPr marL="449976" indent="0" algn="ctr">
              <a:buNone/>
              <a:defRPr sz="1968"/>
            </a:lvl2pPr>
            <a:lvl3pPr marL="899952" indent="0" algn="ctr">
              <a:buNone/>
              <a:defRPr sz="1772"/>
            </a:lvl3pPr>
            <a:lvl4pPr marL="1349929" indent="0" algn="ctr">
              <a:buNone/>
              <a:defRPr sz="1575"/>
            </a:lvl4pPr>
            <a:lvl5pPr marL="1799905" indent="0" algn="ctr">
              <a:buNone/>
              <a:defRPr sz="1575"/>
            </a:lvl5pPr>
            <a:lvl6pPr marL="2249881" indent="0" algn="ctr">
              <a:buNone/>
              <a:defRPr sz="1575"/>
            </a:lvl6pPr>
            <a:lvl7pPr marL="2699857" indent="0" algn="ctr">
              <a:buNone/>
              <a:defRPr sz="1575"/>
            </a:lvl7pPr>
            <a:lvl8pPr marL="3149834" indent="0" algn="ctr">
              <a:buNone/>
              <a:defRPr sz="1575"/>
            </a:lvl8pPr>
            <a:lvl9pPr marL="3599810" indent="0" algn="ctr">
              <a:buNone/>
              <a:defRPr sz="1575"/>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AB56E0E-331D-470B-BA11-27FC0CDCF248}" type="datetimeFigureOut">
              <a:rPr lang="en-ID" smtClean="0"/>
              <a:t>22/06/2026</a:t>
            </a:fld>
            <a:endParaRPr lang="en-ID"/>
          </a:p>
        </p:txBody>
      </p:sp>
      <p:sp>
        <p:nvSpPr>
          <p:cNvPr id="5" name="Footer Placeholder 4"/>
          <p:cNvSpPr>
            <a:spLocks noGrp="1"/>
          </p:cNvSpPr>
          <p:nvPr>
            <p:ph type="ftr" sz="quarter" idx="11"/>
          </p:nvPr>
        </p:nvSpPr>
        <p:spPr/>
        <p:txBody>
          <a:bodyPr/>
          <a:lstStyle/>
          <a:p>
            <a:endParaRPr lang="en-ID"/>
          </a:p>
        </p:txBody>
      </p:sp>
      <p:sp>
        <p:nvSpPr>
          <p:cNvPr id="6" name="Slide Number Placeholder 5"/>
          <p:cNvSpPr>
            <a:spLocks noGrp="1"/>
          </p:cNvSpPr>
          <p:nvPr>
            <p:ph type="sldNum" sz="quarter" idx="12"/>
          </p:nvPr>
        </p:nvSpPr>
        <p:spPr/>
        <p:txBody>
          <a:bodyPr/>
          <a:lstStyle/>
          <a:p>
            <a:fld id="{333275CC-D903-4199-8548-C5422C1DC2D1}" type="slidenum">
              <a:rPr lang="en-ID" smtClean="0"/>
              <a:t>‹#›</a:t>
            </a:fld>
            <a:endParaRPr lang="en-ID"/>
          </a:p>
        </p:txBody>
      </p:sp>
    </p:spTree>
    <p:extLst>
      <p:ext uri="{BB962C8B-B14F-4D97-AF65-F5344CB8AC3E}">
        <p14:creationId xmlns:p14="http://schemas.microsoft.com/office/powerpoint/2010/main" val="433717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AB56E0E-331D-470B-BA11-27FC0CDCF248}" type="datetimeFigureOut">
              <a:rPr lang="en-ID" smtClean="0"/>
              <a:t>22/06/2026</a:t>
            </a:fld>
            <a:endParaRPr lang="en-ID"/>
          </a:p>
        </p:txBody>
      </p:sp>
      <p:sp>
        <p:nvSpPr>
          <p:cNvPr id="5" name="Footer Placeholder 4"/>
          <p:cNvSpPr>
            <a:spLocks noGrp="1"/>
          </p:cNvSpPr>
          <p:nvPr>
            <p:ph type="ftr" sz="quarter" idx="11"/>
          </p:nvPr>
        </p:nvSpPr>
        <p:spPr/>
        <p:txBody>
          <a:bodyPr/>
          <a:lstStyle/>
          <a:p>
            <a:endParaRPr lang="en-ID"/>
          </a:p>
        </p:txBody>
      </p:sp>
      <p:sp>
        <p:nvSpPr>
          <p:cNvPr id="6" name="Slide Number Placeholder 5"/>
          <p:cNvSpPr>
            <a:spLocks noGrp="1"/>
          </p:cNvSpPr>
          <p:nvPr>
            <p:ph type="sldNum" sz="quarter" idx="12"/>
          </p:nvPr>
        </p:nvSpPr>
        <p:spPr/>
        <p:txBody>
          <a:bodyPr/>
          <a:lstStyle/>
          <a:p>
            <a:fld id="{333275CC-D903-4199-8548-C5422C1DC2D1}" type="slidenum">
              <a:rPr lang="en-ID" smtClean="0"/>
              <a:t>‹#›</a:t>
            </a:fld>
            <a:endParaRPr lang="en-ID"/>
          </a:p>
        </p:txBody>
      </p:sp>
    </p:spTree>
    <p:extLst>
      <p:ext uri="{BB962C8B-B14F-4D97-AF65-F5344CB8AC3E}">
        <p14:creationId xmlns:p14="http://schemas.microsoft.com/office/powerpoint/2010/main" val="2337532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14031" y="8974945"/>
            <a:ext cx="7762102" cy="14974888"/>
          </a:xfrm>
        </p:spPr>
        <p:txBody>
          <a:bodyPr anchor="b"/>
          <a:lstStyle>
            <a:lvl1pPr>
              <a:defRPr sz="5905"/>
            </a:lvl1pPr>
          </a:lstStyle>
          <a:p>
            <a:r>
              <a:rPr lang="en-US"/>
              <a:t>Click to edit Master title style</a:t>
            </a:r>
            <a:endParaRPr lang="en-US" dirty="0"/>
          </a:p>
        </p:txBody>
      </p:sp>
      <p:sp>
        <p:nvSpPr>
          <p:cNvPr id="3" name="Text Placeholder 2"/>
          <p:cNvSpPr>
            <a:spLocks noGrp="1"/>
          </p:cNvSpPr>
          <p:nvPr>
            <p:ph type="body" idx="1"/>
          </p:nvPr>
        </p:nvSpPr>
        <p:spPr>
          <a:xfrm>
            <a:off x="614031" y="24091502"/>
            <a:ext cx="7762102" cy="7874940"/>
          </a:xfrm>
        </p:spPr>
        <p:txBody>
          <a:bodyPr/>
          <a:lstStyle>
            <a:lvl1pPr marL="0" indent="0">
              <a:buNone/>
              <a:defRPr sz="2362">
                <a:solidFill>
                  <a:schemeClr val="tx1"/>
                </a:solidFill>
              </a:defRPr>
            </a:lvl1pPr>
            <a:lvl2pPr marL="449976" indent="0">
              <a:buNone/>
              <a:defRPr sz="1968">
                <a:solidFill>
                  <a:schemeClr val="tx1">
                    <a:tint val="75000"/>
                  </a:schemeClr>
                </a:solidFill>
              </a:defRPr>
            </a:lvl2pPr>
            <a:lvl3pPr marL="899952" indent="0">
              <a:buNone/>
              <a:defRPr sz="1772">
                <a:solidFill>
                  <a:schemeClr val="tx1">
                    <a:tint val="75000"/>
                  </a:schemeClr>
                </a:solidFill>
              </a:defRPr>
            </a:lvl3pPr>
            <a:lvl4pPr marL="1349929" indent="0">
              <a:buNone/>
              <a:defRPr sz="1575">
                <a:solidFill>
                  <a:schemeClr val="tx1">
                    <a:tint val="75000"/>
                  </a:schemeClr>
                </a:solidFill>
              </a:defRPr>
            </a:lvl4pPr>
            <a:lvl5pPr marL="1799905" indent="0">
              <a:buNone/>
              <a:defRPr sz="1575">
                <a:solidFill>
                  <a:schemeClr val="tx1">
                    <a:tint val="75000"/>
                  </a:schemeClr>
                </a:solidFill>
              </a:defRPr>
            </a:lvl5pPr>
            <a:lvl6pPr marL="2249881" indent="0">
              <a:buNone/>
              <a:defRPr sz="1575">
                <a:solidFill>
                  <a:schemeClr val="tx1">
                    <a:tint val="75000"/>
                  </a:schemeClr>
                </a:solidFill>
              </a:defRPr>
            </a:lvl6pPr>
            <a:lvl7pPr marL="2699857" indent="0">
              <a:buNone/>
              <a:defRPr sz="1575">
                <a:solidFill>
                  <a:schemeClr val="tx1">
                    <a:tint val="75000"/>
                  </a:schemeClr>
                </a:solidFill>
              </a:defRPr>
            </a:lvl7pPr>
            <a:lvl8pPr marL="3149834" indent="0">
              <a:buNone/>
              <a:defRPr sz="1575">
                <a:solidFill>
                  <a:schemeClr val="tx1">
                    <a:tint val="75000"/>
                  </a:schemeClr>
                </a:solidFill>
              </a:defRPr>
            </a:lvl8pPr>
            <a:lvl9pPr marL="3599810" indent="0">
              <a:buNone/>
              <a:defRPr sz="1575">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AB56E0E-331D-470B-BA11-27FC0CDCF248}" type="datetimeFigureOut">
              <a:rPr lang="en-ID" smtClean="0"/>
              <a:t>22/06/2026</a:t>
            </a:fld>
            <a:endParaRPr lang="en-ID"/>
          </a:p>
        </p:txBody>
      </p:sp>
      <p:sp>
        <p:nvSpPr>
          <p:cNvPr id="5" name="Footer Placeholder 4"/>
          <p:cNvSpPr>
            <a:spLocks noGrp="1"/>
          </p:cNvSpPr>
          <p:nvPr>
            <p:ph type="ftr" sz="quarter" idx="11"/>
          </p:nvPr>
        </p:nvSpPr>
        <p:spPr/>
        <p:txBody>
          <a:bodyPr/>
          <a:lstStyle/>
          <a:p>
            <a:endParaRPr lang="en-ID"/>
          </a:p>
        </p:txBody>
      </p:sp>
      <p:sp>
        <p:nvSpPr>
          <p:cNvPr id="6" name="Slide Number Placeholder 5"/>
          <p:cNvSpPr>
            <a:spLocks noGrp="1"/>
          </p:cNvSpPr>
          <p:nvPr>
            <p:ph type="sldNum" sz="quarter" idx="12"/>
          </p:nvPr>
        </p:nvSpPr>
        <p:spPr/>
        <p:txBody>
          <a:bodyPr/>
          <a:lstStyle/>
          <a:p>
            <a:fld id="{333275CC-D903-4199-8548-C5422C1DC2D1}" type="slidenum">
              <a:rPr lang="en-ID" smtClean="0"/>
              <a:t>‹#›</a:t>
            </a:fld>
            <a:endParaRPr lang="en-ID"/>
          </a:p>
        </p:txBody>
      </p:sp>
    </p:spTree>
    <p:extLst>
      <p:ext uri="{BB962C8B-B14F-4D97-AF65-F5344CB8AC3E}">
        <p14:creationId xmlns:p14="http://schemas.microsoft.com/office/powerpoint/2010/main" val="14958609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18718" y="9583264"/>
            <a:ext cx="3824804" cy="228415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556016" y="9583264"/>
            <a:ext cx="3824804" cy="2284150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AB56E0E-331D-470B-BA11-27FC0CDCF248}" type="datetimeFigureOut">
              <a:rPr lang="en-ID" smtClean="0"/>
              <a:t>22/06/2026</a:t>
            </a:fld>
            <a:endParaRPr lang="en-ID"/>
          </a:p>
        </p:txBody>
      </p:sp>
      <p:sp>
        <p:nvSpPr>
          <p:cNvPr id="6" name="Footer Placeholder 5"/>
          <p:cNvSpPr>
            <a:spLocks noGrp="1"/>
          </p:cNvSpPr>
          <p:nvPr>
            <p:ph type="ftr" sz="quarter" idx="11"/>
          </p:nvPr>
        </p:nvSpPr>
        <p:spPr/>
        <p:txBody>
          <a:bodyPr/>
          <a:lstStyle/>
          <a:p>
            <a:endParaRPr lang="en-ID"/>
          </a:p>
        </p:txBody>
      </p:sp>
      <p:sp>
        <p:nvSpPr>
          <p:cNvPr id="7" name="Slide Number Placeholder 6"/>
          <p:cNvSpPr>
            <a:spLocks noGrp="1"/>
          </p:cNvSpPr>
          <p:nvPr>
            <p:ph type="sldNum" sz="quarter" idx="12"/>
          </p:nvPr>
        </p:nvSpPr>
        <p:spPr/>
        <p:txBody>
          <a:bodyPr/>
          <a:lstStyle/>
          <a:p>
            <a:fld id="{333275CC-D903-4199-8548-C5422C1DC2D1}" type="slidenum">
              <a:rPr lang="en-ID" smtClean="0"/>
              <a:t>‹#›</a:t>
            </a:fld>
            <a:endParaRPr lang="en-ID"/>
          </a:p>
        </p:txBody>
      </p:sp>
    </p:spTree>
    <p:extLst>
      <p:ext uri="{BB962C8B-B14F-4D97-AF65-F5344CB8AC3E}">
        <p14:creationId xmlns:p14="http://schemas.microsoft.com/office/powerpoint/2010/main" val="20681228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19890" y="1916661"/>
            <a:ext cx="7762102" cy="6958285"/>
          </a:xfrm>
        </p:spPr>
        <p:txBody>
          <a:bodyPr/>
          <a:lstStyle/>
          <a:p>
            <a:r>
              <a:rPr lang="en-US"/>
              <a:t>Click to edit Master title style</a:t>
            </a:r>
            <a:endParaRPr lang="en-US" dirty="0"/>
          </a:p>
        </p:txBody>
      </p:sp>
      <p:sp>
        <p:nvSpPr>
          <p:cNvPr id="3" name="Text Placeholder 2"/>
          <p:cNvSpPr>
            <a:spLocks noGrp="1"/>
          </p:cNvSpPr>
          <p:nvPr>
            <p:ph type="body" idx="1"/>
          </p:nvPr>
        </p:nvSpPr>
        <p:spPr>
          <a:xfrm>
            <a:off x="619891" y="8824938"/>
            <a:ext cx="3807226" cy="4324966"/>
          </a:xfrm>
        </p:spPr>
        <p:txBody>
          <a:bodyPr anchor="b"/>
          <a:lstStyle>
            <a:lvl1pPr marL="0" indent="0">
              <a:buNone/>
              <a:defRPr sz="2362" b="1"/>
            </a:lvl1pPr>
            <a:lvl2pPr marL="449976" indent="0">
              <a:buNone/>
              <a:defRPr sz="1968" b="1"/>
            </a:lvl2pPr>
            <a:lvl3pPr marL="899952" indent="0">
              <a:buNone/>
              <a:defRPr sz="1772" b="1"/>
            </a:lvl3pPr>
            <a:lvl4pPr marL="1349929" indent="0">
              <a:buNone/>
              <a:defRPr sz="1575" b="1"/>
            </a:lvl4pPr>
            <a:lvl5pPr marL="1799905" indent="0">
              <a:buNone/>
              <a:defRPr sz="1575" b="1"/>
            </a:lvl5pPr>
            <a:lvl6pPr marL="2249881" indent="0">
              <a:buNone/>
              <a:defRPr sz="1575" b="1"/>
            </a:lvl6pPr>
            <a:lvl7pPr marL="2699857" indent="0">
              <a:buNone/>
              <a:defRPr sz="1575" b="1"/>
            </a:lvl7pPr>
            <a:lvl8pPr marL="3149834" indent="0">
              <a:buNone/>
              <a:defRPr sz="1575" b="1"/>
            </a:lvl8pPr>
            <a:lvl9pPr marL="3599810" indent="0">
              <a:buNone/>
              <a:defRPr sz="1575" b="1"/>
            </a:lvl9pPr>
          </a:lstStyle>
          <a:p>
            <a:pPr lvl="0"/>
            <a:r>
              <a:rPr lang="en-US"/>
              <a:t>Click to edit Master text styles</a:t>
            </a:r>
          </a:p>
        </p:txBody>
      </p:sp>
      <p:sp>
        <p:nvSpPr>
          <p:cNvPr id="4" name="Content Placeholder 3"/>
          <p:cNvSpPr>
            <a:spLocks noGrp="1"/>
          </p:cNvSpPr>
          <p:nvPr>
            <p:ph sz="half" idx="2"/>
          </p:nvPr>
        </p:nvSpPr>
        <p:spPr>
          <a:xfrm>
            <a:off x="619891" y="13149904"/>
            <a:ext cx="3807226" cy="1934152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556017" y="8824938"/>
            <a:ext cx="3825976" cy="4324966"/>
          </a:xfrm>
        </p:spPr>
        <p:txBody>
          <a:bodyPr anchor="b"/>
          <a:lstStyle>
            <a:lvl1pPr marL="0" indent="0">
              <a:buNone/>
              <a:defRPr sz="2362" b="1"/>
            </a:lvl1pPr>
            <a:lvl2pPr marL="449976" indent="0">
              <a:buNone/>
              <a:defRPr sz="1968" b="1"/>
            </a:lvl2pPr>
            <a:lvl3pPr marL="899952" indent="0">
              <a:buNone/>
              <a:defRPr sz="1772" b="1"/>
            </a:lvl3pPr>
            <a:lvl4pPr marL="1349929" indent="0">
              <a:buNone/>
              <a:defRPr sz="1575" b="1"/>
            </a:lvl4pPr>
            <a:lvl5pPr marL="1799905" indent="0">
              <a:buNone/>
              <a:defRPr sz="1575" b="1"/>
            </a:lvl5pPr>
            <a:lvl6pPr marL="2249881" indent="0">
              <a:buNone/>
              <a:defRPr sz="1575" b="1"/>
            </a:lvl6pPr>
            <a:lvl7pPr marL="2699857" indent="0">
              <a:buNone/>
              <a:defRPr sz="1575" b="1"/>
            </a:lvl7pPr>
            <a:lvl8pPr marL="3149834" indent="0">
              <a:buNone/>
              <a:defRPr sz="1575" b="1"/>
            </a:lvl8pPr>
            <a:lvl9pPr marL="3599810" indent="0">
              <a:buNone/>
              <a:defRPr sz="1575" b="1"/>
            </a:lvl9pPr>
          </a:lstStyle>
          <a:p>
            <a:pPr lvl="0"/>
            <a:r>
              <a:rPr lang="en-US"/>
              <a:t>Click to edit Master text styles</a:t>
            </a:r>
          </a:p>
        </p:txBody>
      </p:sp>
      <p:sp>
        <p:nvSpPr>
          <p:cNvPr id="6" name="Content Placeholder 5"/>
          <p:cNvSpPr>
            <a:spLocks noGrp="1"/>
          </p:cNvSpPr>
          <p:nvPr>
            <p:ph sz="quarter" idx="4"/>
          </p:nvPr>
        </p:nvSpPr>
        <p:spPr>
          <a:xfrm>
            <a:off x="4556017" y="13149904"/>
            <a:ext cx="3825976" cy="1934152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AB56E0E-331D-470B-BA11-27FC0CDCF248}" type="datetimeFigureOut">
              <a:rPr lang="en-ID" smtClean="0"/>
              <a:t>22/06/2026</a:t>
            </a:fld>
            <a:endParaRPr lang="en-ID"/>
          </a:p>
        </p:txBody>
      </p:sp>
      <p:sp>
        <p:nvSpPr>
          <p:cNvPr id="8" name="Footer Placeholder 7"/>
          <p:cNvSpPr>
            <a:spLocks noGrp="1"/>
          </p:cNvSpPr>
          <p:nvPr>
            <p:ph type="ftr" sz="quarter" idx="11"/>
          </p:nvPr>
        </p:nvSpPr>
        <p:spPr/>
        <p:txBody>
          <a:bodyPr/>
          <a:lstStyle/>
          <a:p>
            <a:endParaRPr lang="en-ID"/>
          </a:p>
        </p:txBody>
      </p:sp>
      <p:sp>
        <p:nvSpPr>
          <p:cNvPr id="9" name="Slide Number Placeholder 8"/>
          <p:cNvSpPr>
            <a:spLocks noGrp="1"/>
          </p:cNvSpPr>
          <p:nvPr>
            <p:ph type="sldNum" sz="quarter" idx="12"/>
          </p:nvPr>
        </p:nvSpPr>
        <p:spPr/>
        <p:txBody>
          <a:bodyPr/>
          <a:lstStyle/>
          <a:p>
            <a:fld id="{333275CC-D903-4199-8548-C5422C1DC2D1}" type="slidenum">
              <a:rPr lang="en-ID" smtClean="0"/>
              <a:t>‹#›</a:t>
            </a:fld>
            <a:endParaRPr lang="en-ID"/>
          </a:p>
        </p:txBody>
      </p:sp>
    </p:spTree>
    <p:extLst>
      <p:ext uri="{BB962C8B-B14F-4D97-AF65-F5344CB8AC3E}">
        <p14:creationId xmlns:p14="http://schemas.microsoft.com/office/powerpoint/2010/main" val="31573448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AB56E0E-331D-470B-BA11-27FC0CDCF248}" type="datetimeFigureOut">
              <a:rPr lang="en-ID" smtClean="0"/>
              <a:t>22/06/2026</a:t>
            </a:fld>
            <a:endParaRPr lang="en-ID"/>
          </a:p>
        </p:txBody>
      </p:sp>
      <p:sp>
        <p:nvSpPr>
          <p:cNvPr id="4" name="Footer Placeholder 3"/>
          <p:cNvSpPr>
            <a:spLocks noGrp="1"/>
          </p:cNvSpPr>
          <p:nvPr>
            <p:ph type="ftr" sz="quarter" idx="11"/>
          </p:nvPr>
        </p:nvSpPr>
        <p:spPr/>
        <p:txBody>
          <a:bodyPr/>
          <a:lstStyle/>
          <a:p>
            <a:endParaRPr lang="en-ID"/>
          </a:p>
        </p:txBody>
      </p:sp>
      <p:sp>
        <p:nvSpPr>
          <p:cNvPr id="5" name="Slide Number Placeholder 4"/>
          <p:cNvSpPr>
            <a:spLocks noGrp="1"/>
          </p:cNvSpPr>
          <p:nvPr>
            <p:ph type="sldNum" sz="quarter" idx="12"/>
          </p:nvPr>
        </p:nvSpPr>
        <p:spPr/>
        <p:txBody>
          <a:bodyPr/>
          <a:lstStyle/>
          <a:p>
            <a:fld id="{333275CC-D903-4199-8548-C5422C1DC2D1}" type="slidenum">
              <a:rPr lang="en-ID" smtClean="0"/>
              <a:t>‹#›</a:t>
            </a:fld>
            <a:endParaRPr lang="en-ID"/>
          </a:p>
        </p:txBody>
      </p:sp>
    </p:spTree>
    <p:extLst>
      <p:ext uri="{BB962C8B-B14F-4D97-AF65-F5344CB8AC3E}">
        <p14:creationId xmlns:p14="http://schemas.microsoft.com/office/powerpoint/2010/main" val="29733726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AB56E0E-331D-470B-BA11-27FC0CDCF248}" type="datetimeFigureOut">
              <a:rPr lang="en-ID" smtClean="0"/>
              <a:t>22/06/2026</a:t>
            </a:fld>
            <a:endParaRPr lang="en-ID"/>
          </a:p>
        </p:txBody>
      </p:sp>
      <p:sp>
        <p:nvSpPr>
          <p:cNvPr id="3" name="Footer Placeholder 2"/>
          <p:cNvSpPr>
            <a:spLocks noGrp="1"/>
          </p:cNvSpPr>
          <p:nvPr>
            <p:ph type="ftr" sz="quarter" idx="11"/>
          </p:nvPr>
        </p:nvSpPr>
        <p:spPr/>
        <p:txBody>
          <a:bodyPr/>
          <a:lstStyle/>
          <a:p>
            <a:endParaRPr lang="en-ID"/>
          </a:p>
        </p:txBody>
      </p:sp>
      <p:sp>
        <p:nvSpPr>
          <p:cNvPr id="4" name="Slide Number Placeholder 3"/>
          <p:cNvSpPr>
            <a:spLocks noGrp="1"/>
          </p:cNvSpPr>
          <p:nvPr>
            <p:ph type="sldNum" sz="quarter" idx="12"/>
          </p:nvPr>
        </p:nvSpPr>
        <p:spPr/>
        <p:txBody>
          <a:bodyPr/>
          <a:lstStyle/>
          <a:p>
            <a:fld id="{333275CC-D903-4199-8548-C5422C1DC2D1}" type="slidenum">
              <a:rPr lang="en-ID" smtClean="0"/>
              <a:t>‹#›</a:t>
            </a:fld>
            <a:endParaRPr lang="en-ID"/>
          </a:p>
        </p:txBody>
      </p:sp>
    </p:spTree>
    <p:extLst>
      <p:ext uri="{BB962C8B-B14F-4D97-AF65-F5344CB8AC3E}">
        <p14:creationId xmlns:p14="http://schemas.microsoft.com/office/powerpoint/2010/main" val="17479793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19891" y="2399982"/>
            <a:ext cx="2902585" cy="8399939"/>
          </a:xfrm>
        </p:spPr>
        <p:txBody>
          <a:bodyPr anchor="b"/>
          <a:lstStyle>
            <a:lvl1pPr>
              <a:defRPr sz="3149"/>
            </a:lvl1pPr>
          </a:lstStyle>
          <a:p>
            <a:r>
              <a:rPr lang="en-US"/>
              <a:t>Click to edit Master title style</a:t>
            </a:r>
            <a:endParaRPr lang="en-US" dirty="0"/>
          </a:p>
        </p:txBody>
      </p:sp>
      <p:sp>
        <p:nvSpPr>
          <p:cNvPr id="3" name="Content Placeholder 2"/>
          <p:cNvSpPr>
            <a:spLocks noGrp="1"/>
          </p:cNvSpPr>
          <p:nvPr>
            <p:ph idx="1"/>
          </p:nvPr>
        </p:nvSpPr>
        <p:spPr>
          <a:xfrm>
            <a:off x="3825976" y="5183304"/>
            <a:ext cx="4556016" cy="25583147"/>
          </a:xfrm>
        </p:spPr>
        <p:txBody>
          <a:bodyPr/>
          <a:lstStyle>
            <a:lvl1pPr>
              <a:defRPr sz="3149"/>
            </a:lvl1pPr>
            <a:lvl2pPr>
              <a:defRPr sz="2756"/>
            </a:lvl2pPr>
            <a:lvl3pPr>
              <a:defRPr sz="2362"/>
            </a:lvl3pPr>
            <a:lvl4pPr>
              <a:defRPr sz="1968"/>
            </a:lvl4pPr>
            <a:lvl5pPr>
              <a:defRPr sz="1968"/>
            </a:lvl5pPr>
            <a:lvl6pPr>
              <a:defRPr sz="1968"/>
            </a:lvl6pPr>
            <a:lvl7pPr>
              <a:defRPr sz="1968"/>
            </a:lvl7pPr>
            <a:lvl8pPr>
              <a:defRPr sz="1968"/>
            </a:lvl8pPr>
            <a:lvl9pPr>
              <a:defRPr sz="1968"/>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19891" y="10799922"/>
            <a:ext cx="2902585" cy="20008190"/>
          </a:xfrm>
        </p:spPr>
        <p:txBody>
          <a:bodyPr/>
          <a:lstStyle>
            <a:lvl1pPr marL="0" indent="0">
              <a:buNone/>
              <a:defRPr sz="1575"/>
            </a:lvl1pPr>
            <a:lvl2pPr marL="449976" indent="0">
              <a:buNone/>
              <a:defRPr sz="1378"/>
            </a:lvl2pPr>
            <a:lvl3pPr marL="899952" indent="0">
              <a:buNone/>
              <a:defRPr sz="1181"/>
            </a:lvl3pPr>
            <a:lvl4pPr marL="1349929" indent="0">
              <a:buNone/>
              <a:defRPr sz="984"/>
            </a:lvl4pPr>
            <a:lvl5pPr marL="1799905" indent="0">
              <a:buNone/>
              <a:defRPr sz="984"/>
            </a:lvl5pPr>
            <a:lvl6pPr marL="2249881" indent="0">
              <a:buNone/>
              <a:defRPr sz="984"/>
            </a:lvl6pPr>
            <a:lvl7pPr marL="2699857" indent="0">
              <a:buNone/>
              <a:defRPr sz="984"/>
            </a:lvl7pPr>
            <a:lvl8pPr marL="3149834" indent="0">
              <a:buNone/>
              <a:defRPr sz="984"/>
            </a:lvl8pPr>
            <a:lvl9pPr marL="3599810" indent="0">
              <a:buNone/>
              <a:defRPr sz="984"/>
            </a:lvl9pPr>
          </a:lstStyle>
          <a:p>
            <a:pPr lvl="0"/>
            <a:r>
              <a:rPr lang="en-US"/>
              <a:t>Click to edit Master text styles</a:t>
            </a:r>
          </a:p>
        </p:txBody>
      </p:sp>
      <p:sp>
        <p:nvSpPr>
          <p:cNvPr id="5" name="Date Placeholder 4"/>
          <p:cNvSpPr>
            <a:spLocks noGrp="1"/>
          </p:cNvSpPr>
          <p:nvPr>
            <p:ph type="dt" sz="half" idx="10"/>
          </p:nvPr>
        </p:nvSpPr>
        <p:spPr/>
        <p:txBody>
          <a:bodyPr/>
          <a:lstStyle/>
          <a:p>
            <a:fld id="{2AB56E0E-331D-470B-BA11-27FC0CDCF248}" type="datetimeFigureOut">
              <a:rPr lang="en-ID" smtClean="0"/>
              <a:t>22/06/2026</a:t>
            </a:fld>
            <a:endParaRPr lang="en-ID"/>
          </a:p>
        </p:txBody>
      </p:sp>
      <p:sp>
        <p:nvSpPr>
          <p:cNvPr id="6" name="Footer Placeholder 5"/>
          <p:cNvSpPr>
            <a:spLocks noGrp="1"/>
          </p:cNvSpPr>
          <p:nvPr>
            <p:ph type="ftr" sz="quarter" idx="11"/>
          </p:nvPr>
        </p:nvSpPr>
        <p:spPr/>
        <p:txBody>
          <a:bodyPr/>
          <a:lstStyle/>
          <a:p>
            <a:endParaRPr lang="en-ID"/>
          </a:p>
        </p:txBody>
      </p:sp>
      <p:sp>
        <p:nvSpPr>
          <p:cNvPr id="7" name="Slide Number Placeholder 6"/>
          <p:cNvSpPr>
            <a:spLocks noGrp="1"/>
          </p:cNvSpPr>
          <p:nvPr>
            <p:ph type="sldNum" sz="quarter" idx="12"/>
          </p:nvPr>
        </p:nvSpPr>
        <p:spPr/>
        <p:txBody>
          <a:bodyPr/>
          <a:lstStyle/>
          <a:p>
            <a:fld id="{333275CC-D903-4199-8548-C5422C1DC2D1}" type="slidenum">
              <a:rPr lang="en-ID" smtClean="0"/>
              <a:t>‹#›</a:t>
            </a:fld>
            <a:endParaRPr lang="en-ID"/>
          </a:p>
        </p:txBody>
      </p:sp>
    </p:spTree>
    <p:extLst>
      <p:ext uri="{BB962C8B-B14F-4D97-AF65-F5344CB8AC3E}">
        <p14:creationId xmlns:p14="http://schemas.microsoft.com/office/powerpoint/2010/main" val="1217694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19891" y="2399982"/>
            <a:ext cx="2902585" cy="8399939"/>
          </a:xfrm>
        </p:spPr>
        <p:txBody>
          <a:bodyPr anchor="b"/>
          <a:lstStyle>
            <a:lvl1pPr>
              <a:defRPr sz="3149"/>
            </a:lvl1pPr>
          </a:lstStyle>
          <a:p>
            <a:r>
              <a:rPr lang="en-US"/>
              <a:t>Click to edit Master title style</a:t>
            </a:r>
            <a:endParaRPr lang="en-US" dirty="0"/>
          </a:p>
        </p:txBody>
      </p:sp>
      <p:sp>
        <p:nvSpPr>
          <p:cNvPr id="3" name="Picture Placeholder 2"/>
          <p:cNvSpPr>
            <a:spLocks noGrp="1" noChangeAspect="1"/>
          </p:cNvSpPr>
          <p:nvPr>
            <p:ph type="pic" idx="1"/>
          </p:nvPr>
        </p:nvSpPr>
        <p:spPr>
          <a:xfrm>
            <a:off x="3825976" y="5183304"/>
            <a:ext cx="4556016" cy="25583147"/>
          </a:xfrm>
        </p:spPr>
        <p:txBody>
          <a:bodyPr anchor="t"/>
          <a:lstStyle>
            <a:lvl1pPr marL="0" indent="0">
              <a:buNone/>
              <a:defRPr sz="3149"/>
            </a:lvl1pPr>
            <a:lvl2pPr marL="449976" indent="0">
              <a:buNone/>
              <a:defRPr sz="2756"/>
            </a:lvl2pPr>
            <a:lvl3pPr marL="899952" indent="0">
              <a:buNone/>
              <a:defRPr sz="2362"/>
            </a:lvl3pPr>
            <a:lvl4pPr marL="1349929" indent="0">
              <a:buNone/>
              <a:defRPr sz="1968"/>
            </a:lvl4pPr>
            <a:lvl5pPr marL="1799905" indent="0">
              <a:buNone/>
              <a:defRPr sz="1968"/>
            </a:lvl5pPr>
            <a:lvl6pPr marL="2249881" indent="0">
              <a:buNone/>
              <a:defRPr sz="1968"/>
            </a:lvl6pPr>
            <a:lvl7pPr marL="2699857" indent="0">
              <a:buNone/>
              <a:defRPr sz="1968"/>
            </a:lvl7pPr>
            <a:lvl8pPr marL="3149834" indent="0">
              <a:buNone/>
              <a:defRPr sz="1968"/>
            </a:lvl8pPr>
            <a:lvl9pPr marL="3599810" indent="0">
              <a:buNone/>
              <a:defRPr sz="1968"/>
            </a:lvl9pPr>
          </a:lstStyle>
          <a:p>
            <a:r>
              <a:rPr lang="en-US"/>
              <a:t>Click icon to add picture</a:t>
            </a:r>
            <a:endParaRPr lang="en-US" dirty="0"/>
          </a:p>
        </p:txBody>
      </p:sp>
      <p:sp>
        <p:nvSpPr>
          <p:cNvPr id="4" name="Text Placeholder 3"/>
          <p:cNvSpPr>
            <a:spLocks noGrp="1"/>
          </p:cNvSpPr>
          <p:nvPr>
            <p:ph type="body" sz="half" idx="2"/>
          </p:nvPr>
        </p:nvSpPr>
        <p:spPr>
          <a:xfrm>
            <a:off x="619891" y="10799922"/>
            <a:ext cx="2902585" cy="20008190"/>
          </a:xfrm>
        </p:spPr>
        <p:txBody>
          <a:bodyPr/>
          <a:lstStyle>
            <a:lvl1pPr marL="0" indent="0">
              <a:buNone/>
              <a:defRPr sz="1575"/>
            </a:lvl1pPr>
            <a:lvl2pPr marL="449976" indent="0">
              <a:buNone/>
              <a:defRPr sz="1378"/>
            </a:lvl2pPr>
            <a:lvl3pPr marL="899952" indent="0">
              <a:buNone/>
              <a:defRPr sz="1181"/>
            </a:lvl3pPr>
            <a:lvl4pPr marL="1349929" indent="0">
              <a:buNone/>
              <a:defRPr sz="984"/>
            </a:lvl4pPr>
            <a:lvl5pPr marL="1799905" indent="0">
              <a:buNone/>
              <a:defRPr sz="984"/>
            </a:lvl5pPr>
            <a:lvl6pPr marL="2249881" indent="0">
              <a:buNone/>
              <a:defRPr sz="984"/>
            </a:lvl6pPr>
            <a:lvl7pPr marL="2699857" indent="0">
              <a:buNone/>
              <a:defRPr sz="984"/>
            </a:lvl7pPr>
            <a:lvl8pPr marL="3149834" indent="0">
              <a:buNone/>
              <a:defRPr sz="984"/>
            </a:lvl8pPr>
            <a:lvl9pPr marL="3599810" indent="0">
              <a:buNone/>
              <a:defRPr sz="984"/>
            </a:lvl9pPr>
          </a:lstStyle>
          <a:p>
            <a:pPr lvl="0"/>
            <a:r>
              <a:rPr lang="en-US"/>
              <a:t>Click to edit Master text styles</a:t>
            </a:r>
          </a:p>
        </p:txBody>
      </p:sp>
      <p:sp>
        <p:nvSpPr>
          <p:cNvPr id="5" name="Date Placeholder 4"/>
          <p:cNvSpPr>
            <a:spLocks noGrp="1"/>
          </p:cNvSpPr>
          <p:nvPr>
            <p:ph type="dt" sz="half" idx="10"/>
          </p:nvPr>
        </p:nvSpPr>
        <p:spPr/>
        <p:txBody>
          <a:bodyPr/>
          <a:lstStyle/>
          <a:p>
            <a:fld id="{2AB56E0E-331D-470B-BA11-27FC0CDCF248}" type="datetimeFigureOut">
              <a:rPr lang="en-ID" smtClean="0"/>
              <a:t>22/06/2026</a:t>
            </a:fld>
            <a:endParaRPr lang="en-ID"/>
          </a:p>
        </p:txBody>
      </p:sp>
      <p:sp>
        <p:nvSpPr>
          <p:cNvPr id="6" name="Footer Placeholder 5"/>
          <p:cNvSpPr>
            <a:spLocks noGrp="1"/>
          </p:cNvSpPr>
          <p:nvPr>
            <p:ph type="ftr" sz="quarter" idx="11"/>
          </p:nvPr>
        </p:nvSpPr>
        <p:spPr/>
        <p:txBody>
          <a:bodyPr/>
          <a:lstStyle/>
          <a:p>
            <a:endParaRPr lang="en-ID"/>
          </a:p>
        </p:txBody>
      </p:sp>
      <p:sp>
        <p:nvSpPr>
          <p:cNvPr id="7" name="Slide Number Placeholder 6"/>
          <p:cNvSpPr>
            <a:spLocks noGrp="1"/>
          </p:cNvSpPr>
          <p:nvPr>
            <p:ph type="sldNum" sz="quarter" idx="12"/>
          </p:nvPr>
        </p:nvSpPr>
        <p:spPr/>
        <p:txBody>
          <a:bodyPr/>
          <a:lstStyle/>
          <a:p>
            <a:fld id="{333275CC-D903-4199-8548-C5422C1DC2D1}" type="slidenum">
              <a:rPr lang="en-ID" smtClean="0"/>
              <a:t>‹#›</a:t>
            </a:fld>
            <a:endParaRPr lang="en-ID"/>
          </a:p>
        </p:txBody>
      </p:sp>
    </p:spTree>
    <p:extLst>
      <p:ext uri="{BB962C8B-B14F-4D97-AF65-F5344CB8AC3E}">
        <p14:creationId xmlns:p14="http://schemas.microsoft.com/office/powerpoint/2010/main" val="16634663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AB56E0E-331D-470B-BA11-27FC0CDCF248}" type="datetimeFigureOut">
              <a:rPr lang="en-ID" smtClean="0"/>
              <a:t>22/06/2026</a:t>
            </a:fld>
            <a:endParaRPr lang="en-ID"/>
          </a:p>
        </p:txBody>
      </p:sp>
      <p:sp>
        <p:nvSpPr>
          <p:cNvPr id="5" name="Footer Placeholder 4"/>
          <p:cNvSpPr>
            <a:spLocks noGrp="1"/>
          </p:cNvSpPr>
          <p:nvPr>
            <p:ph type="ftr" sz="quarter" idx="11"/>
          </p:nvPr>
        </p:nvSpPr>
        <p:spPr/>
        <p:txBody>
          <a:bodyPr/>
          <a:lstStyle/>
          <a:p>
            <a:endParaRPr lang="en-ID"/>
          </a:p>
        </p:txBody>
      </p:sp>
      <p:sp>
        <p:nvSpPr>
          <p:cNvPr id="6" name="Slide Number Placeholder 5"/>
          <p:cNvSpPr>
            <a:spLocks noGrp="1"/>
          </p:cNvSpPr>
          <p:nvPr>
            <p:ph type="sldNum" sz="quarter" idx="12"/>
          </p:nvPr>
        </p:nvSpPr>
        <p:spPr/>
        <p:txBody>
          <a:bodyPr/>
          <a:lstStyle/>
          <a:p>
            <a:fld id="{333275CC-D903-4199-8548-C5422C1DC2D1}" type="slidenum">
              <a:rPr lang="en-ID" smtClean="0"/>
              <a:t>‹#›</a:t>
            </a:fld>
            <a:endParaRPr lang="en-ID"/>
          </a:p>
        </p:txBody>
      </p:sp>
    </p:spTree>
    <p:extLst>
      <p:ext uri="{BB962C8B-B14F-4D97-AF65-F5344CB8AC3E}">
        <p14:creationId xmlns:p14="http://schemas.microsoft.com/office/powerpoint/2010/main" val="85097422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440295" y="1916653"/>
            <a:ext cx="1940525" cy="30508114"/>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18719" y="1916653"/>
            <a:ext cx="5709082" cy="3050811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AB56E0E-331D-470B-BA11-27FC0CDCF248}" type="datetimeFigureOut">
              <a:rPr lang="en-ID" smtClean="0"/>
              <a:t>22/06/2026</a:t>
            </a:fld>
            <a:endParaRPr lang="en-ID"/>
          </a:p>
        </p:txBody>
      </p:sp>
      <p:sp>
        <p:nvSpPr>
          <p:cNvPr id="5" name="Footer Placeholder 4"/>
          <p:cNvSpPr>
            <a:spLocks noGrp="1"/>
          </p:cNvSpPr>
          <p:nvPr>
            <p:ph type="ftr" sz="quarter" idx="11"/>
          </p:nvPr>
        </p:nvSpPr>
        <p:spPr/>
        <p:txBody>
          <a:bodyPr/>
          <a:lstStyle/>
          <a:p>
            <a:endParaRPr lang="en-ID"/>
          </a:p>
        </p:txBody>
      </p:sp>
      <p:sp>
        <p:nvSpPr>
          <p:cNvPr id="6" name="Slide Number Placeholder 5"/>
          <p:cNvSpPr>
            <a:spLocks noGrp="1"/>
          </p:cNvSpPr>
          <p:nvPr>
            <p:ph type="sldNum" sz="quarter" idx="12"/>
          </p:nvPr>
        </p:nvSpPr>
        <p:spPr/>
        <p:txBody>
          <a:bodyPr/>
          <a:lstStyle/>
          <a:p>
            <a:fld id="{333275CC-D903-4199-8548-C5422C1DC2D1}" type="slidenum">
              <a:rPr lang="en-ID" smtClean="0"/>
              <a:t>‹#›</a:t>
            </a:fld>
            <a:endParaRPr lang="en-ID"/>
          </a:p>
        </p:txBody>
      </p:sp>
    </p:spTree>
    <p:extLst>
      <p:ext uri="{BB962C8B-B14F-4D97-AF65-F5344CB8AC3E}">
        <p14:creationId xmlns:p14="http://schemas.microsoft.com/office/powerpoint/2010/main" val="418755580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18718" y="1916661"/>
            <a:ext cx="7762102" cy="6958285"/>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18718" y="9583264"/>
            <a:ext cx="7762102" cy="2284150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18718" y="33366432"/>
            <a:ext cx="2024896" cy="1916653"/>
          </a:xfrm>
          <a:prstGeom prst="rect">
            <a:avLst/>
          </a:prstGeom>
        </p:spPr>
        <p:txBody>
          <a:bodyPr vert="horz" lIns="91440" tIns="45720" rIns="91440" bIns="45720" rtlCol="0" anchor="ctr"/>
          <a:lstStyle>
            <a:lvl1pPr algn="l">
              <a:defRPr sz="1181">
                <a:solidFill>
                  <a:schemeClr val="tx1">
                    <a:tint val="75000"/>
                  </a:schemeClr>
                </a:solidFill>
              </a:defRPr>
            </a:lvl1pPr>
          </a:lstStyle>
          <a:p>
            <a:fld id="{2AB56E0E-331D-470B-BA11-27FC0CDCF248}" type="datetimeFigureOut">
              <a:rPr lang="en-ID" smtClean="0"/>
              <a:t>22/06/2026</a:t>
            </a:fld>
            <a:endParaRPr lang="en-ID"/>
          </a:p>
        </p:txBody>
      </p:sp>
      <p:sp>
        <p:nvSpPr>
          <p:cNvPr id="5" name="Footer Placeholder 4"/>
          <p:cNvSpPr>
            <a:spLocks noGrp="1"/>
          </p:cNvSpPr>
          <p:nvPr>
            <p:ph type="ftr" sz="quarter" idx="3"/>
          </p:nvPr>
        </p:nvSpPr>
        <p:spPr>
          <a:xfrm>
            <a:off x="2981097" y="33366432"/>
            <a:ext cx="3037344" cy="1916653"/>
          </a:xfrm>
          <a:prstGeom prst="rect">
            <a:avLst/>
          </a:prstGeom>
        </p:spPr>
        <p:txBody>
          <a:bodyPr vert="horz" lIns="91440" tIns="45720" rIns="91440" bIns="45720" rtlCol="0" anchor="ctr"/>
          <a:lstStyle>
            <a:lvl1pPr algn="ctr">
              <a:defRPr sz="1181">
                <a:solidFill>
                  <a:schemeClr val="tx1">
                    <a:tint val="75000"/>
                  </a:schemeClr>
                </a:solidFill>
              </a:defRPr>
            </a:lvl1pPr>
          </a:lstStyle>
          <a:p>
            <a:endParaRPr lang="en-ID"/>
          </a:p>
        </p:txBody>
      </p:sp>
      <p:sp>
        <p:nvSpPr>
          <p:cNvPr id="6" name="Slide Number Placeholder 5"/>
          <p:cNvSpPr>
            <a:spLocks noGrp="1"/>
          </p:cNvSpPr>
          <p:nvPr>
            <p:ph type="sldNum" sz="quarter" idx="4"/>
          </p:nvPr>
        </p:nvSpPr>
        <p:spPr>
          <a:xfrm>
            <a:off x="6355924" y="33366432"/>
            <a:ext cx="2024896" cy="1916653"/>
          </a:xfrm>
          <a:prstGeom prst="rect">
            <a:avLst/>
          </a:prstGeom>
        </p:spPr>
        <p:txBody>
          <a:bodyPr vert="horz" lIns="91440" tIns="45720" rIns="91440" bIns="45720" rtlCol="0" anchor="ctr"/>
          <a:lstStyle>
            <a:lvl1pPr algn="r">
              <a:defRPr sz="1181">
                <a:solidFill>
                  <a:schemeClr val="tx1">
                    <a:tint val="75000"/>
                  </a:schemeClr>
                </a:solidFill>
              </a:defRPr>
            </a:lvl1pPr>
          </a:lstStyle>
          <a:p>
            <a:fld id="{333275CC-D903-4199-8548-C5422C1DC2D1}" type="slidenum">
              <a:rPr lang="en-ID" smtClean="0"/>
              <a:t>‹#›</a:t>
            </a:fld>
            <a:endParaRPr lang="en-ID"/>
          </a:p>
        </p:txBody>
      </p:sp>
    </p:spTree>
    <p:extLst>
      <p:ext uri="{BB962C8B-B14F-4D97-AF65-F5344CB8AC3E}">
        <p14:creationId xmlns:p14="http://schemas.microsoft.com/office/powerpoint/2010/main" val="21958807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899952" rtl="0" eaLnBrk="1" latinLnBrk="0" hangingPunct="1">
        <a:lnSpc>
          <a:spcPct val="90000"/>
        </a:lnSpc>
        <a:spcBef>
          <a:spcPct val="0"/>
        </a:spcBef>
        <a:buNone/>
        <a:defRPr sz="4330" kern="1200">
          <a:solidFill>
            <a:schemeClr val="tx1"/>
          </a:solidFill>
          <a:latin typeface="+mj-lt"/>
          <a:ea typeface="+mj-ea"/>
          <a:cs typeface="+mj-cs"/>
        </a:defRPr>
      </a:lvl1pPr>
    </p:titleStyle>
    <p:bodyStyle>
      <a:lvl1pPr marL="224988" indent="-224988" algn="l" defTabSz="899952" rtl="0" eaLnBrk="1" latinLnBrk="0" hangingPunct="1">
        <a:lnSpc>
          <a:spcPct val="90000"/>
        </a:lnSpc>
        <a:spcBef>
          <a:spcPts val="984"/>
        </a:spcBef>
        <a:buFont typeface="Arial" panose="020B0604020202020204" pitchFamily="34" charset="0"/>
        <a:buChar char="•"/>
        <a:defRPr sz="2756" kern="1200">
          <a:solidFill>
            <a:schemeClr val="tx1"/>
          </a:solidFill>
          <a:latin typeface="+mn-lt"/>
          <a:ea typeface="+mn-ea"/>
          <a:cs typeface="+mn-cs"/>
        </a:defRPr>
      </a:lvl1pPr>
      <a:lvl2pPr marL="674964" indent="-224988" algn="l" defTabSz="899952" rtl="0" eaLnBrk="1" latinLnBrk="0" hangingPunct="1">
        <a:lnSpc>
          <a:spcPct val="90000"/>
        </a:lnSpc>
        <a:spcBef>
          <a:spcPts val="492"/>
        </a:spcBef>
        <a:buFont typeface="Arial" panose="020B0604020202020204" pitchFamily="34" charset="0"/>
        <a:buChar char="•"/>
        <a:defRPr sz="2362" kern="1200">
          <a:solidFill>
            <a:schemeClr val="tx1"/>
          </a:solidFill>
          <a:latin typeface="+mn-lt"/>
          <a:ea typeface="+mn-ea"/>
          <a:cs typeface="+mn-cs"/>
        </a:defRPr>
      </a:lvl2pPr>
      <a:lvl3pPr marL="1124941" indent="-224988" algn="l" defTabSz="899952" rtl="0" eaLnBrk="1" latinLnBrk="0" hangingPunct="1">
        <a:lnSpc>
          <a:spcPct val="90000"/>
        </a:lnSpc>
        <a:spcBef>
          <a:spcPts val="492"/>
        </a:spcBef>
        <a:buFont typeface="Arial" panose="020B0604020202020204" pitchFamily="34" charset="0"/>
        <a:buChar char="•"/>
        <a:defRPr sz="1968" kern="1200">
          <a:solidFill>
            <a:schemeClr val="tx1"/>
          </a:solidFill>
          <a:latin typeface="+mn-lt"/>
          <a:ea typeface="+mn-ea"/>
          <a:cs typeface="+mn-cs"/>
        </a:defRPr>
      </a:lvl3pPr>
      <a:lvl4pPr marL="1574917" indent="-224988" algn="l" defTabSz="899952" rtl="0" eaLnBrk="1" latinLnBrk="0" hangingPunct="1">
        <a:lnSpc>
          <a:spcPct val="90000"/>
        </a:lnSpc>
        <a:spcBef>
          <a:spcPts val="492"/>
        </a:spcBef>
        <a:buFont typeface="Arial" panose="020B0604020202020204" pitchFamily="34" charset="0"/>
        <a:buChar char="•"/>
        <a:defRPr sz="1772" kern="1200">
          <a:solidFill>
            <a:schemeClr val="tx1"/>
          </a:solidFill>
          <a:latin typeface="+mn-lt"/>
          <a:ea typeface="+mn-ea"/>
          <a:cs typeface="+mn-cs"/>
        </a:defRPr>
      </a:lvl4pPr>
      <a:lvl5pPr marL="2024893" indent="-224988" algn="l" defTabSz="899952" rtl="0" eaLnBrk="1" latinLnBrk="0" hangingPunct="1">
        <a:lnSpc>
          <a:spcPct val="90000"/>
        </a:lnSpc>
        <a:spcBef>
          <a:spcPts val="492"/>
        </a:spcBef>
        <a:buFont typeface="Arial" panose="020B0604020202020204" pitchFamily="34" charset="0"/>
        <a:buChar char="•"/>
        <a:defRPr sz="1772" kern="1200">
          <a:solidFill>
            <a:schemeClr val="tx1"/>
          </a:solidFill>
          <a:latin typeface="+mn-lt"/>
          <a:ea typeface="+mn-ea"/>
          <a:cs typeface="+mn-cs"/>
        </a:defRPr>
      </a:lvl5pPr>
      <a:lvl6pPr marL="2474869" indent="-224988" algn="l" defTabSz="899952" rtl="0" eaLnBrk="1" latinLnBrk="0" hangingPunct="1">
        <a:lnSpc>
          <a:spcPct val="90000"/>
        </a:lnSpc>
        <a:spcBef>
          <a:spcPts val="492"/>
        </a:spcBef>
        <a:buFont typeface="Arial" panose="020B0604020202020204" pitchFamily="34" charset="0"/>
        <a:buChar char="•"/>
        <a:defRPr sz="1772" kern="1200">
          <a:solidFill>
            <a:schemeClr val="tx1"/>
          </a:solidFill>
          <a:latin typeface="+mn-lt"/>
          <a:ea typeface="+mn-ea"/>
          <a:cs typeface="+mn-cs"/>
        </a:defRPr>
      </a:lvl6pPr>
      <a:lvl7pPr marL="2924846" indent="-224988" algn="l" defTabSz="899952" rtl="0" eaLnBrk="1" latinLnBrk="0" hangingPunct="1">
        <a:lnSpc>
          <a:spcPct val="90000"/>
        </a:lnSpc>
        <a:spcBef>
          <a:spcPts val="492"/>
        </a:spcBef>
        <a:buFont typeface="Arial" panose="020B0604020202020204" pitchFamily="34" charset="0"/>
        <a:buChar char="•"/>
        <a:defRPr sz="1772" kern="1200">
          <a:solidFill>
            <a:schemeClr val="tx1"/>
          </a:solidFill>
          <a:latin typeface="+mn-lt"/>
          <a:ea typeface="+mn-ea"/>
          <a:cs typeface="+mn-cs"/>
        </a:defRPr>
      </a:lvl7pPr>
      <a:lvl8pPr marL="3374822" indent="-224988" algn="l" defTabSz="899952" rtl="0" eaLnBrk="1" latinLnBrk="0" hangingPunct="1">
        <a:lnSpc>
          <a:spcPct val="90000"/>
        </a:lnSpc>
        <a:spcBef>
          <a:spcPts val="492"/>
        </a:spcBef>
        <a:buFont typeface="Arial" panose="020B0604020202020204" pitchFamily="34" charset="0"/>
        <a:buChar char="•"/>
        <a:defRPr sz="1772" kern="1200">
          <a:solidFill>
            <a:schemeClr val="tx1"/>
          </a:solidFill>
          <a:latin typeface="+mn-lt"/>
          <a:ea typeface="+mn-ea"/>
          <a:cs typeface="+mn-cs"/>
        </a:defRPr>
      </a:lvl8pPr>
      <a:lvl9pPr marL="3824798" indent="-224988" algn="l" defTabSz="899952" rtl="0" eaLnBrk="1" latinLnBrk="0" hangingPunct="1">
        <a:lnSpc>
          <a:spcPct val="90000"/>
        </a:lnSpc>
        <a:spcBef>
          <a:spcPts val="492"/>
        </a:spcBef>
        <a:buFont typeface="Arial" panose="020B0604020202020204" pitchFamily="34" charset="0"/>
        <a:buChar char="•"/>
        <a:defRPr sz="1772" kern="1200">
          <a:solidFill>
            <a:schemeClr val="tx1"/>
          </a:solidFill>
          <a:latin typeface="+mn-lt"/>
          <a:ea typeface="+mn-ea"/>
          <a:cs typeface="+mn-cs"/>
        </a:defRPr>
      </a:lvl9pPr>
    </p:bodyStyle>
    <p:otherStyle>
      <a:defPPr>
        <a:defRPr lang="en-US"/>
      </a:defPPr>
      <a:lvl1pPr marL="0" algn="l" defTabSz="899952" rtl="0" eaLnBrk="1" latinLnBrk="0" hangingPunct="1">
        <a:defRPr sz="1772" kern="1200">
          <a:solidFill>
            <a:schemeClr val="tx1"/>
          </a:solidFill>
          <a:latin typeface="+mn-lt"/>
          <a:ea typeface="+mn-ea"/>
          <a:cs typeface="+mn-cs"/>
        </a:defRPr>
      </a:lvl1pPr>
      <a:lvl2pPr marL="449976" algn="l" defTabSz="899952" rtl="0" eaLnBrk="1" latinLnBrk="0" hangingPunct="1">
        <a:defRPr sz="1772" kern="1200">
          <a:solidFill>
            <a:schemeClr val="tx1"/>
          </a:solidFill>
          <a:latin typeface="+mn-lt"/>
          <a:ea typeface="+mn-ea"/>
          <a:cs typeface="+mn-cs"/>
        </a:defRPr>
      </a:lvl2pPr>
      <a:lvl3pPr marL="899952" algn="l" defTabSz="899952" rtl="0" eaLnBrk="1" latinLnBrk="0" hangingPunct="1">
        <a:defRPr sz="1772" kern="1200">
          <a:solidFill>
            <a:schemeClr val="tx1"/>
          </a:solidFill>
          <a:latin typeface="+mn-lt"/>
          <a:ea typeface="+mn-ea"/>
          <a:cs typeface="+mn-cs"/>
        </a:defRPr>
      </a:lvl3pPr>
      <a:lvl4pPr marL="1349929" algn="l" defTabSz="899952" rtl="0" eaLnBrk="1" latinLnBrk="0" hangingPunct="1">
        <a:defRPr sz="1772" kern="1200">
          <a:solidFill>
            <a:schemeClr val="tx1"/>
          </a:solidFill>
          <a:latin typeface="+mn-lt"/>
          <a:ea typeface="+mn-ea"/>
          <a:cs typeface="+mn-cs"/>
        </a:defRPr>
      </a:lvl4pPr>
      <a:lvl5pPr marL="1799905" algn="l" defTabSz="899952" rtl="0" eaLnBrk="1" latinLnBrk="0" hangingPunct="1">
        <a:defRPr sz="1772" kern="1200">
          <a:solidFill>
            <a:schemeClr val="tx1"/>
          </a:solidFill>
          <a:latin typeface="+mn-lt"/>
          <a:ea typeface="+mn-ea"/>
          <a:cs typeface="+mn-cs"/>
        </a:defRPr>
      </a:lvl5pPr>
      <a:lvl6pPr marL="2249881" algn="l" defTabSz="899952" rtl="0" eaLnBrk="1" latinLnBrk="0" hangingPunct="1">
        <a:defRPr sz="1772" kern="1200">
          <a:solidFill>
            <a:schemeClr val="tx1"/>
          </a:solidFill>
          <a:latin typeface="+mn-lt"/>
          <a:ea typeface="+mn-ea"/>
          <a:cs typeface="+mn-cs"/>
        </a:defRPr>
      </a:lvl6pPr>
      <a:lvl7pPr marL="2699857" algn="l" defTabSz="899952" rtl="0" eaLnBrk="1" latinLnBrk="0" hangingPunct="1">
        <a:defRPr sz="1772" kern="1200">
          <a:solidFill>
            <a:schemeClr val="tx1"/>
          </a:solidFill>
          <a:latin typeface="+mn-lt"/>
          <a:ea typeface="+mn-ea"/>
          <a:cs typeface="+mn-cs"/>
        </a:defRPr>
      </a:lvl7pPr>
      <a:lvl8pPr marL="3149834" algn="l" defTabSz="899952" rtl="0" eaLnBrk="1" latinLnBrk="0" hangingPunct="1">
        <a:defRPr sz="1772" kern="1200">
          <a:solidFill>
            <a:schemeClr val="tx1"/>
          </a:solidFill>
          <a:latin typeface="+mn-lt"/>
          <a:ea typeface="+mn-ea"/>
          <a:cs typeface="+mn-cs"/>
        </a:defRPr>
      </a:lvl8pPr>
      <a:lvl9pPr marL="3599810" algn="l" defTabSz="899952" rtl="0" eaLnBrk="1" latinLnBrk="0" hangingPunct="1">
        <a:defRPr sz="1772"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5.svg"/><Relationship Id="rId13" Type="http://schemas.openxmlformats.org/officeDocument/2006/relationships/image" Target="../media/image10.png"/><Relationship Id="rId18" Type="http://schemas.openxmlformats.org/officeDocument/2006/relationships/image" Target="../media/image15.png"/><Relationship Id="rId3" Type="http://schemas.openxmlformats.org/officeDocument/2006/relationships/hyperlink" Target="#kisah-perubahan"/><Relationship Id="rId7" Type="http://schemas.openxmlformats.org/officeDocument/2006/relationships/image" Target="../media/image4.png"/><Relationship Id="rId12" Type="http://schemas.openxmlformats.org/officeDocument/2006/relationships/image" Target="../media/image9.svg"/><Relationship Id="rId17" Type="http://schemas.openxmlformats.org/officeDocument/2006/relationships/image" Target="../media/image14.png"/><Relationship Id="rId2" Type="http://schemas.openxmlformats.org/officeDocument/2006/relationships/image" Target="../media/image1.png"/><Relationship Id="rId16" Type="http://schemas.openxmlformats.org/officeDocument/2006/relationships/image" Target="../media/image13.png"/><Relationship Id="rId1" Type="http://schemas.openxmlformats.org/officeDocument/2006/relationships/slideLayout" Target="../slideLayouts/slideLayout1.xml"/><Relationship Id="rId6" Type="http://schemas.openxmlformats.org/officeDocument/2006/relationships/image" Target="../media/image3.png"/><Relationship Id="rId11" Type="http://schemas.openxmlformats.org/officeDocument/2006/relationships/image" Target="../media/image8.svg"/><Relationship Id="rId5" Type="http://schemas.openxmlformats.org/officeDocument/2006/relationships/hyperlink" Target="#dampak-angka"/><Relationship Id="rId15" Type="http://schemas.openxmlformats.org/officeDocument/2006/relationships/image" Target="../media/image12.png"/><Relationship Id="rId10" Type="http://schemas.openxmlformats.org/officeDocument/2006/relationships/image" Target="../media/image7.svg"/><Relationship Id="rId19" Type="http://schemas.openxmlformats.org/officeDocument/2006/relationships/image" Target="../media/image16.png"/><Relationship Id="rId4" Type="http://schemas.openxmlformats.org/officeDocument/2006/relationships/image" Target="../media/image2.png"/><Relationship Id="rId9" Type="http://schemas.openxmlformats.org/officeDocument/2006/relationships/image" Target="../media/image6.svg"/><Relationship Id="rId14"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mage 0" descr="preencoded.png">
            <a:extLst>
              <a:ext uri="{FF2B5EF4-FFF2-40B4-BE49-F238E27FC236}">
                <a16:creationId xmlns:a16="http://schemas.microsoft.com/office/drawing/2014/main" id="{344BBAC4-089A-FE49-CB1B-C7E0CFC134B9}"/>
              </a:ext>
            </a:extLst>
          </p:cNvPr>
          <p:cNvPicPr>
            <a:picLocks noChangeAspect="1"/>
          </p:cNvPicPr>
          <p:nvPr/>
        </p:nvPicPr>
        <p:blipFill>
          <a:blip r:embed="rId2"/>
          <a:stretch>
            <a:fillRect/>
          </a:stretch>
        </p:blipFill>
        <p:spPr>
          <a:xfrm>
            <a:off x="6143899" y="-247875"/>
            <a:ext cx="2854673" cy="4282010"/>
          </a:xfrm>
          <a:prstGeom prst="rect">
            <a:avLst/>
          </a:prstGeom>
        </p:spPr>
      </p:pic>
      <p:sp>
        <p:nvSpPr>
          <p:cNvPr id="5" name="Shape 0">
            <a:extLst>
              <a:ext uri="{FF2B5EF4-FFF2-40B4-BE49-F238E27FC236}">
                <a16:creationId xmlns:a16="http://schemas.microsoft.com/office/drawing/2014/main" id="{C698ABDE-FE00-CA99-81C5-1058AD6604DC}"/>
              </a:ext>
            </a:extLst>
          </p:cNvPr>
          <p:cNvSpPr/>
          <p:nvPr/>
        </p:nvSpPr>
        <p:spPr>
          <a:xfrm>
            <a:off x="459580" y="660127"/>
            <a:ext cx="2555825" cy="242739"/>
          </a:xfrm>
          <a:prstGeom prst="roundRect">
            <a:avLst>
              <a:gd name="adj" fmla="val 6132"/>
            </a:avLst>
          </a:prstGeom>
          <a:noFill/>
          <a:ln w="4763">
            <a:solidFill>
              <a:srgbClr val="28282F"/>
            </a:solidFill>
            <a:prstDash val="solid"/>
          </a:ln>
        </p:spPr>
      </p:sp>
      <p:sp>
        <p:nvSpPr>
          <p:cNvPr id="6" name="Text 1">
            <a:extLst>
              <a:ext uri="{FF2B5EF4-FFF2-40B4-BE49-F238E27FC236}">
                <a16:creationId xmlns:a16="http://schemas.microsoft.com/office/drawing/2014/main" id="{2FEE9C69-31B8-E370-0C46-0F5575CA5691}"/>
              </a:ext>
            </a:extLst>
          </p:cNvPr>
          <p:cNvSpPr/>
          <p:nvPr/>
        </p:nvSpPr>
        <p:spPr>
          <a:xfrm>
            <a:off x="538756" y="702097"/>
            <a:ext cx="2854672" cy="158800"/>
          </a:xfrm>
          <a:prstGeom prst="rect">
            <a:avLst/>
          </a:prstGeom>
          <a:noFill/>
          <a:ln/>
        </p:spPr>
        <p:txBody>
          <a:bodyPr wrap="none" lIns="0" tIns="0" rIns="0" bIns="0" rtlCol="0" anchor="t"/>
          <a:lstStyle/>
          <a:p>
            <a:pPr marL="0" indent="0" algn="l">
              <a:lnSpc>
                <a:spcPct val="133000"/>
              </a:lnSpc>
              <a:buNone/>
            </a:pPr>
            <a:r>
              <a:rPr lang="en-US" sz="750" dirty="0">
                <a:solidFill>
                  <a:srgbClr val="28282F"/>
                </a:solidFill>
                <a:latin typeface="Leelawadee UI" panose="020B0502040204020203" pitchFamily="34" charset="-34"/>
                <a:ea typeface="Inter" pitchFamily="34" charset="-122"/>
                <a:cs typeface="Leelawadee UI" panose="020B0502040204020203" pitchFamily="34" charset="-34"/>
              </a:rPr>
              <a:t>BERANDA / DAMPAK &amp; PEMBELAJARAN / DAMPAK</a:t>
            </a:r>
            <a:endParaRPr lang="en-US" sz="750" dirty="0">
              <a:latin typeface="Leelawadee UI" panose="020B0502040204020203" pitchFamily="34" charset="-34"/>
              <a:cs typeface="Leelawadee UI" panose="020B0502040204020203" pitchFamily="34" charset="-34"/>
            </a:endParaRPr>
          </a:p>
        </p:txBody>
      </p:sp>
      <p:sp>
        <p:nvSpPr>
          <p:cNvPr id="7" name="Text 2">
            <a:extLst>
              <a:ext uri="{FF2B5EF4-FFF2-40B4-BE49-F238E27FC236}">
                <a16:creationId xmlns:a16="http://schemas.microsoft.com/office/drawing/2014/main" id="{3EC70B44-33A1-6805-723E-663567C4E547}"/>
              </a:ext>
            </a:extLst>
          </p:cNvPr>
          <p:cNvSpPr/>
          <p:nvPr/>
        </p:nvSpPr>
        <p:spPr>
          <a:xfrm>
            <a:off x="452664" y="1145195"/>
            <a:ext cx="4722763" cy="775097"/>
          </a:xfrm>
          <a:prstGeom prst="rect">
            <a:avLst/>
          </a:prstGeom>
          <a:noFill/>
          <a:ln/>
        </p:spPr>
        <p:txBody>
          <a:bodyPr wrap="square" lIns="0" tIns="0" rIns="0" bIns="0" rtlCol="0" anchor="t">
            <a:normAutofit/>
          </a:bodyPr>
          <a:lstStyle/>
          <a:p>
            <a:pPr marL="0" indent="0" algn="l">
              <a:lnSpc>
                <a:spcPct val="104000"/>
              </a:lnSpc>
              <a:buNone/>
            </a:pPr>
            <a:r>
              <a:rPr lang="en-US" sz="2400" dirty="0">
                <a:solidFill>
                  <a:srgbClr val="161613"/>
                </a:solidFill>
                <a:latin typeface="Leelawadee UI" panose="020B0502040204020203" pitchFamily="34" charset="-34"/>
                <a:ea typeface="DM Sans Medium" pitchFamily="34" charset="-122"/>
                <a:cs typeface="Leelawadee UI" panose="020B0502040204020203" pitchFamily="34" charset="-34"/>
              </a:rPr>
              <a:t>Dampak Nyata untuk Lanskap Sehat dan Masyarakat Sejahtera</a:t>
            </a:r>
            <a:endParaRPr lang="en-US" sz="2400" dirty="0">
              <a:latin typeface="Leelawadee UI" panose="020B0502040204020203" pitchFamily="34" charset="-34"/>
              <a:cs typeface="Leelawadee UI" panose="020B0502040204020203" pitchFamily="34" charset="-34"/>
            </a:endParaRPr>
          </a:p>
        </p:txBody>
      </p:sp>
      <p:sp>
        <p:nvSpPr>
          <p:cNvPr id="8" name="Text 3">
            <a:extLst>
              <a:ext uri="{FF2B5EF4-FFF2-40B4-BE49-F238E27FC236}">
                <a16:creationId xmlns:a16="http://schemas.microsoft.com/office/drawing/2014/main" id="{5226B023-748D-7979-BA1C-72F40498F97B}"/>
              </a:ext>
            </a:extLst>
          </p:cNvPr>
          <p:cNvSpPr/>
          <p:nvPr/>
        </p:nvSpPr>
        <p:spPr>
          <a:xfrm>
            <a:off x="452664" y="2077455"/>
            <a:ext cx="4722763" cy="1219646"/>
          </a:xfrm>
          <a:prstGeom prst="rect">
            <a:avLst/>
          </a:prstGeom>
          <a:noFill/>
          <a:ln/>
        </p:spPr>
        <p:txBody>
          <a:bodyPr wrap="square" lIns="0" tIns="0" rIns="0" bIns="0" rtlCol="0" anchor="t">
            <a:normAutofit/>
          </a:bodyPr>
          <a:lstStyle/>
          <a:p>
            <a:pPr marL="0" indent="0" algn="l">
              <a:lnSpc>
                <a:spcPct val="133000"/>
              </a:lnSpc>
              <a:buNone/>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YNKI mengukur keberhasilan tidak hanya dari jumlah kegiatan atau penerima manfaat, tetapi dari </a:t>
            </a:r>
            <a:r>
              <a:rPr lang="en-US" sz="1000" b="1" dirty="0">
                <a:solidFill>
                  <a:srgbClr val="161613"/>
                </a:solidFill>
                <a:latin typeface="Leelawadee UI" panose="020B0502040204020203" pitchFamily="34" charset="-34"/>
                <a:ea typeface="Inter" pitchFamily="34" charset="-122"/>
                <a:cs typeface="Leelawadee UI" panose="020B0502040204020203" pitchFamily="34" charset="-34"/>
              </a:rPr>
              <a:t>perubahan nyata</a:t>
            </a: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 pada tata kelola lanskap, pemulihan modal alam, transformasi sistem komoditas, dan penguatan kelembagaan. Melalui sistem </a:t>
            </a:r>
            <a:r>
              <a:rPr lang="en-US" sz="1000" b="1" dirty="0">
                <a:solidFill>
                  <a:srgbClr val="161613"/>
                </a:solidFill>
                <a:latin typeface="Leelawadee UI" panose="020B0502040204020203" pitchFamily="34" charset="-34"/>
                <a:ea typeface="Inter" pitchFamily="34" charset="-122"/>
                <a:cs typeface="Leelawadee UI" panose="020B0502040204020203" pitchFamily="34" charset="-34"/>
              </a:rPr>
              <a:t>Monitoring, Evaluation and Learning (MEL)</a:t>
            </a: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 kami terus belajar dan beradaptasi untuk memastikan setiap intervensi memberikan dampak jangka panjang menuju </a:t>
            </a:r>
            <a:r>
              <a:rPr lang="en-US" sz="1000" i="1" dirty="0">
                <a:solidFill>
                  <a:srgbClr val="161613"/>
                </a:solidFill>
                <a:latin typeface="Leelawadee UI" panose="020B0502040204020203" pitchFamily="34" charset="-34"/>
                <a:ea typeface="Inter" pitchFamily="34" charset="-122"/>
                <a:cs typeface="Leelawadee UI" panose="020B0502040204020203" pitchFamily="34" charset="-34"/>
              </a:rPr>
              <a:t>Healthy Landscapes, Thriving Communities</a:t>
            </a: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a:t>
            </a:r>
            <a:endParaRPr lang="en-US" sz="1000" dirty="0">
              <a:latin typeface="Leelawadee UI" panose="020B0502040204020203" pitchFamily="34" charset="-34"/>
              <a:cs typeface="Leelawadee UI" panose="020B0502040204020203" pitchFamily="34" charset="-34"/>
            </a:endParaRPr>
          </a:p>
        </p:txBody>
      </p:sp>
      <p:pic>
        <p:nvPicPr>
          <p:cNvPr id="9" name="Image 1" descr="preencoded.png">
            <a:hlinkClick r:id="rId3"/>
            <a:extLst>
              <a:ext uri="{FF2B5EF4-FFF2-40B4-BE49-F238E27FC236}">
                <a16:creationId xmlns:a16="http://schemas.microsoft.com/office/drawing/2014/main" id="{B014EF3E-40AD-2269-B188-2DB81A68CABD}"/>
              </a:ext>
            </a:extLst>
          </p:cNvPr>
          <p:cNvPicPr>
            <a:picLocks noChangeAspect="1"/>
          </p:cNvPicPr>
          <p:nvPr/>
        </p:nvPicPr>
        <p:blipFill>
          <a:blip r:embed="rId4"/>
          <a:stretch>
            <a:fillRect/>
          </a:stretch>
        </p:blipFill>
        <p:spPr>
          <a:xfrm>
            <a:off x="452664" y="3436627"/>
            <a:ext cx="1757437" cy="341114"/>
          </a:xfrm>
          <a:prstGeom prst="rect">
            <a:avLst/>
          </a:prstGeom>
        </p:spPr>
      </p:pic>
      <p:pic>
        <p:nvPicPr>
          <p:cNvPr id="10" name="Image 2" descr="preencoded.png">
            <a:hlinkClick r:id="rId5"/>
            <a:extLst>
              <a:ext uri="{FF2B5EF4-FFF2-40B4-BE49-F238E27FC236}">
                <a16:creationId xmlns:a16="http://schemas.microsoft.com/office/drawing/2014/main" id="{7C67C60C-AC01-701B-48C3-84013759CE71}"/>
              </a:ext>
            </a:extLst>
          </p:cNvPr>
          <p:cNvPicPr>
            <a:picLocks noChangeAspect="1"/>
          </p:cNvPicPr>
          <p:nvPr/>
        </p:nvPicPr>
        <p:blipFill>
          <a:blip r:embed="rId6"/>
          <a:stretch>
            <a:fillRect/>
          </a:stretch>
        </p:blipFill>
        <p:spPr>
          <a:xfrm>
            <a:off x="2272087" y="3436627"/>
            <a:ext cx="1876946" cy="341114"/>
          </a:xfrm>
          <a:prstGeom prst="rect">
            <a:avLst/>
          </a:prstGeom>
        </p:spPr>
      </p:pic>
      <p:sp>
        <p:nvSpPr>
          <p:cNvPr id="11" name="Text 0">
            <a:extLst>
              <a:ext uri="{FF2B5EF4-FFF2-40B4-BE49-F238E27FC236}">
                <a16:creationId xmlns:a16="http://schemas.microsoft.com/office/drawing/2014/main" id="{752A3E79-B50D-E9D9-A2E5-6BFC7B515E4C}"/>
              </a:ext>
            </a:extLst>
          </p:cNvPr>
          <p:cNvSpPr/>
          <p:nvPr/>
        </p:nvSpPr>
        <p:spPr>
          <a:xfrm>
            <a:off x="2965846" y="4632201"/>
            <a:ext cx="3370659" cy="357336"/>
          </a:xfrm>
          <a:prstGeom prst="rect">
            <a:avLst/>
          </a:prstGeom>
          <a:noFill/>
          <a:ln/>
        </p:spPr>
        <p:txBody>
          <a:bodyPr wrap="none" lIns="0" tIns="0" rIns="0" bIns="0" rtlCol="0" anchor="t"/>
          <a:lstStyle/>
          <a:p>
            <a:pPr marL="0" indent="0" algn="ctr">
              <a:lnSpc>
                <a:spcPct val="104000"/>
              </a:lnSpc>
              <a:buNone/>
            </a:pPr>
            <a:r>
              <a:rPr lang="en-US" sz="2400" dirty="0">
                <a:solidFill>
                  <a:srgbClr val="161613"/>
                </a:solidFill>
                <a:latin typeface="Leelawadee UI" panose="020B0502040204020203" pitchFamily="34" charset="-34"/>
                <a:ea typeface="DM Sans Medium" pitchFamily="34" charset="-122"/>
                <a:cs typeface="Leelawadee UI" panose="020B0502040204020203" pitchFamily="34" charset="-34"/>
              </a:rPr>
              <a:t>Dampak dalam Angka</a:t>
            </a:r>
            <a:endParaRPr lang="en-US" sz="2400" dirty="0">
              <a:latin typeface="Leelawadee UI" panose="020B0502040204020203" pitchFamily="34" charset="-34"/>
              <a:cs typeface="Leelawadee UI" panose="020B0502040204020203" pitchFamily="34" charset="-34"/>
            </a:endParaRPr>
          </a:p>
        </p:txBody>
      </p:sp>
      <p:sp>
        <p:nvSpPr>
          <p:cNvPr id="12" name="Text 1">
            <a:extLst>
              <a:ext uri="{FF2B5EF4-FFF2-40B4-BE49-F238E27FC236}">
                <a16:creationId xmlns:a16="http://schemas.microsoft.com/office/drawing/2014/main" id="{45FA2F1E-1EB8-EAB4-EAA1-AD9FB44F104A}"/>
              </a:ext>
            </a:extLst>
          </p:cNvPr>
          <p:cNvSpPr/>
          <p:nvPr/>
        </p:nvSpPr>
        <p:spPr>
          <a:xfrm>
            <a:off x="575295" y="5068828"/>
            <a:ext cx="8151763" cy="483205"/>
          </a:xfrm>
          <a:prstGeom prst="rect">
            <a:avLst/>
          </a:prstGeom>
          <a:noFill/>
          <a:ln/>
        </p:spPr>
        <p:txBody>
          <a:bodyPr wrap="square" lIns="0" tIns="0" rIns="0" bIns="0" rtlCol="0" anchor="t">
            <a:normAutofit/>
          </a:bodyPr>
          <a:lstStyle/>
          <a:p>
            <a:pPr marL="0" indent="0" algn="ctr">
              <a:lnSpc>
                <a:spcPct val="128000"/>
              </a:lnSpc>
              <a:buNone/>
            </a:pPr>
            <a:r>
              <a:rPr lang="en-US" sz="1050" dirty="0">
                <a:solidFill>
                  <a:srgbClr val="161613"/>
                </a:solidFill>
                <a:latin typeface="Leelawadee UI" panose="020B0502040204020203" pitchFamily="34" charset="-34"/>
                <a:ea typeface="Inter" pitchFamily="34" charset="-122"/>
                <a:cs typeface="Leelawadee UI" panose="020B0502040204020203" pitchFamily="34" charset="-34"/>
              </a:rPr>
              <a:t>Berikut adalah capaian YNKI dalam mendorong perubahan di tingkat lanskap, kelembagaan, dan masyarakat. Data ini merupakan hasil monitoring dan evaluasi dari berbagai program dan proyek YNKI yang berjalan di lapangan.</a:t>
            </a:r>
            <a:endParaRPr lang="en-US" sz="1050" dirty="0">
              <a:latin typeface="Leelawadee UI" panose="020B0502040204020203" pitchFamily="34" charset="-34"/>
              <a:cs typeface="Leelawadee UI" panose="020B0502040204020203" pitchFamily="34" charset="-34"/>
            </a:endParaRPr>
          </a:p>
        </p:txBody>
      </p:sp>
      <p:sp>
        <p:nvSpPr>
          <p:cNvPr id="13" name="Text 2">
            <a:extLst>
              <a:ext uri="{FF2B5EF4-FFF2-40B4-BE49-F238E27FC236}">
                <a16:creationId xmlns:a16="http://schemas.microsoft.com/office/drawing/2014/main" id="{23A583CF-BB8F-5287-A09C-44E67F00FC13}"/>
              </a:ext>
            </a:extLst>
          </p:cNvPr>
          <p:cNvSpPr/>
          <p:nvPr/>
        </p:nvSpPr>
        <p:spPr>
          <a:xfrm>
            <a:off x="575295" y="5727725"/>
            <a:ext cx="2629421" cy="377354"/>
          </a:xfrm>
          <a:prstGeom prst="rect">
            <a:avLst/>
          </a:prstGeom>
          <a:noFill/>
          <a:ln/>
        </p:spPr>
        <p:txBody>
          <a:bodyPr wrap="none" lIns="0" tIns="0" rIns="0" bIns="0" rtlCol="0" anchor="t"/>
          <a:lstStyle/>
          <a:p>
            <a:pPr marL="0" indent="0" algn="ctr">
              <a:lnSpc>
                <a:spcPct val="83000"/>
              </a:lnSpc>
              <a:buNone/>
            </a:pPr>
            <a:r>
              <a:rPr lang="en-US" sz="2950" dirty="0">
                <a:solidFill>
                  <a:srgbClr val="161613"/>
                </a:solidFill>
                <a:latin typeface="Leelawadee UI" panose="020B0502040204020203" pitchFamily="34" charset="-34"/>
                <a:ea typeface="DM Sans Medium" pitchFamily="34" charset="-122"/>
                <a:cs typeface="Leelawadee UI" panose="020B0502040204020203" pitchFamily="34" charset="-34"/>
              </a:rPr>
              <a:t>5</a:t>
            </a:r>
            <a:endParaRPr lang="en-US" sz="2950" dirty="0">
              <a:latin typeface="Leelawadee UI" panose="020B0502040204020203" pitchFamily="34" charset="-34"/>
              <a:cs typeface="Leelawadee UI" panose="020B0502040204020203" pitchFamily="34" charset="-34"/>
            </a:endParaRPr>
          </a:p>
        </p:txBody>
      </p:sp>
      <p:sp>
        <p:nvSpPr>
          <p:cNvPr id="14" name="Text 3">
            <a:extLst>
              <a:ext uri="{FF2B5EF4-FFF2-40B4-BE49-F238E27FC236}">
                <a16:creationId xmlns:a16="http://schemas.microsoft.com/office/drawing/2014/main" id="{9447D1C6-AFCC-E6DE-A5A4-EB23929657B7}"/>
              </a:ext>
            </a:extLst>
          </p:cNvPr>
          <p:cNvSpPr/>
          <p:nvPr/>
        </p:nvSpPr>
        <p:spPr>
          <a:xfrm>
            <a:off x="1175295" y="6241256"/>
            <a:ext cx="1429420" cy="178668"/>
          </a:xfrm>
          <a:prstGeom prst="rect">
            <a:avLst/>
          </a:prstGeom>
          <a:noFill/>
          <a:ln/>
        </p:spPr>
        <p:txBody>
          <a:bodyPr wrap="none" lIns="0" tIns="0" rIns="0" bIns="0" rtlCol="0" anchor="t"/>
          <a:lstStyle/>
          <a:p>
            <a:pPr marL="0" indent="0" algn="ctr">
              <a:lnSpc>
                <a:spcPct val="104000"/>
              </a:lnSpc>
              <a:buNone/>
            </a:pPr>
            <a:r>
              <a:rPr lang="en-US" sz="1100" dirty="0">
                <a:solidFill>
                  <a:srgbClr val="161613"/>
                </a:solidFill>
                <a:latin typeface="Leelawadee UI" panose="020B0502040204020203" pitchFamily="34" charset="-34"/>
                <a:ea typeface="DM Sans Medium" pitchFamily="34" charset="-122"/>
                <a:cs typeface="Leelawadee UI" panose="020B0502040204020203" pitchFamily="34" charset="-34"/>
              </a:rPr>
              <a:t>Lanskap Prioritas</a:t>
            </a:r>
            <a:endParaRPr lang="en-US" sz="1100" dirty="0">
              <a:latin typeface="Leelawadee UI" panose="020B0502040204020203" pitchFamily="34" charset="-34"/>
              <a:cs typeface="Leelawadee UI" panose="020B0502040204020203" pitchFamily="34" charset="-34"/>
            </a:endParaRPr>
          </a:p>
        </p:txBody>
      </p:sp>
      <p:sp>
        <p:nvSpPr>
          <p:cNvPr id="15" name="Text 4">
            <a:extLst>
              <a:ext uri="{FF2B5EF4-FFF2-40B4-BE49-F238E27FC236}">
                <a16:creationId xmlns:a16="http://schemas.microsoft.com/office/drawing/2014/main" id="{542E1657-6D22-76C2-B666-CCA3D41A5A91}"/>
              </a:ext>
            </a:extLst>
          </p:cNvPr>
          <p:cNvSpPr/>
          <p:nvPr/>
        </p:nvSpPr>
        <p:spPr>
          <a:xfrm>
            <a:off x="575295" y="6483176"/>
            <a:ext cx="2629421" cy="351681"/>
          </a:xfrm>
          <a:prstGeom prst="rect">
            <a:avLst/>
          </a:prstGeom>
          <a:noFill/>
          <a:ln/>
        </p:spPr>
        <p:txBody>
          <a:bodyPr wrap="square" lIns="0" tIns="0" rIns="0" bIns="0" rtlCol="0" anchor="t">
            <a:normAutofit/>
          </a:bodyPr>
          <a:lstStyle/>
          <a:p>
            <a:pPr marL="0" indent="0" algn="ctr">
              <a:lnSpc>
                <a:spcPct val="128000"/>
              </a:lnSpc>
              <a:buNone/>
            </a:pPr>
            <a:r>
              <a:rPr lang="en-US" sz="900" dirty="0">
                <a:solidFill>
                  <a:srgbClr val="161613"/>
                </a:solidFill>
                <a:latin typeface="Leelawadee UI" panose="020B0502040204020203" pitchFamily="34" charset="-34"/>
                <a:ea typeface="Inter" pitchFamily="34" charset="-122"/>
                <a:cs typeface="Leelawadee UI" panose="020B0502040204020203" pitchFamily="34" charset="-34"/>
              </a:rPr>
              <a:t>Intervensi aktif tata kelola lanskap inklusif dan kolaboratif</a:t>
            </a:r>
            <a:endParaRPr lang="en-US" sz="900" dirty="0">
              <a:latin typeface="Leelawadee UI" panose="020B0502040204020203" pitchFamily="34" charset="-34"/>
              <a:cs typeface="Leelawadee UI" panose="020B0502040204020203" pitchFamily="34" charset="-34"/>
            </a:endParaRPr>
          </a:p>
        </p:txBody>
      </p:sp>
      <p:sp>
        <p:nvSpPr>
          <p:cNvPr id="16" name="Text 5">
            <a:extLst>
              <a:ext uri="{FF2B5EF4-FFF2-40B4-BE49-F238E27FC236}">
                <a16:creationId xmlns:a16="http://schemas.microsoft.com/office/drawing/2014/main" id="{89870735-0612-6B9F-28CC-8C32AFED08B2}"/>
              </a:ext>
            </a:extLst>
          </p:cNvPr>
          <p:cNvSpPr/>
          <p:nvPr/>
        </p:nvSpPr>
        <p:spPr>
          <a:xfrm>
            <a:off x="3336428" y="5727725"/>
            <a:ext cx="2629421" cy="377354"/>
          </a:xfrm>
          <a:prstGeom prst="rect">
            <a:avLst/>
          </a:prstGeom>
          <a:noFill/>
          <a:ln/>
        </p:spPr>
        <p:txBody>
          <a:bodyPr wrap="none" lIns="0" tIns="0" rIns="0" bIns="0" rtlCol="0" anchor="t"/>
          <a:lstStyle/>
          <a:p>
            <a:pPr marL="0" indent="0" algn="ctr">
              <a:lnSpc>
                <a:spcPct val="83000"/>
              </a:lnSpc>
              <a:buNone/>
            </a:pPr>
            <a:r>
              <a:rPr lang="en-US" sz="2950" dirty="0">
                <a:solidFill>
                  <a:srgbClr val="161613"/>
                </a:solidFill>
                <a:latin typeface="Leelawadee UI" panose="020B0502040204020203" pitchFamily="34" charset="-34"/>
                <a:ea typeface="DM Sans Medium" pitchFamily="34" charset="-122"/>
                <a:cs typeface="Leelawadee UI" panose="020B0502040204020203" pitchFamily="34" charset="-34"/>
              </a:rPr>
              <a:t>12K</a:t>
            </a:r>
            <a:endParaRPr lang="en-US" sz="2950" dirty="0">
              <a:latin typeface="Leelawadee UI" panose="020B0502040204020203" pitchFamily="34" charset="-34"/>
              <a:cs typeface="Leelawadee UI" panose="020B0502040204020203" pitchFamily="34" charset="-34"/>
            </a:endParaRPr>
          </a:p>
        </p:txBody>
      </p:sp>
      <p:sp>
        <p:nvSpPr>
          <p:cNvPr id="17" name="Text 6">
            <a:extLst>
              <a:ext uri="{FF2B5EF4-FFF2-40B4-BE49-F238E27FC236}">
                <a16:creationId xmlns:a16="http://schemas.microsoft.com/office/drawing/2014/main" id="{68778D4A-3BAE-A86E-D175-2724DB73B148}"/>
              </a:ext>
            </a:extLst>
          </p:cNvPr>
          <p:cNvSpPr/>
          <p:nvPr/>
        </p:nvSpPr>
        <p:spPr>
          <a:xfrm>
            <a:off x="3936429" y="6241256"/>
            <a:ext cx="1429420" cy="178668"/>
          </a:xfrm>
          <a:prstGeom prst="rect">
            <a:avLst/>
          </a:prstGeom>
          <a:noFill/>
          <a:ln/>
        </p:spPr>
        <p:txBody>
          <a:bodyPr wrap="none" lIns="0" tIns="0" rIns="0" bIns="0" rtlCol="0" anchor="t"/>
          <a:lstStyle/>
          <a:p>
            <a:pPr marL="0" indent="0" algn="ctr">
              <a:lnSpc>
                <a:spcPct val="104000"/>
              </a:lnSpc>
              <a:buNone/>
            </a:pPr>
            <a:r>
              <a:rPr lang="en-US" sz="1100" dirty="0">
                <a:solidFill>
                  <a:srgbClr val="161613"/>
                </a:solidFill>
                <a:latin typeface="Leelawadee UI" panose="020B0502040204020203" pitchFamily="34" charset="-34"/>
                <a:ea typeface="DM Sans Medium" pitchFamily="34" charset="-122"/>
                <a:cs typeface="Leelawadee UI" panose="020B0502040204020203" pitchFamily="34" charset="-34"/>
              </a:rPr>
              <a:t>Hektar Dipulihkan</a:t>
            </a:r>
            <a:endParaRPr lang="en-US" sz="1100" dirty="0">
              <a:latin typeface="Leelawadee UI" panose="020B0502040204020203" pitchFamily="34" charset="-34"/>
              <a:cs typeface="Leelawadee UI" panose="020B0502040204020203" pitchFamily="34" charset="-34"/>
            </a:endParaRPr>
          </a:p>
        </p:txBody>
      </p:sp>
      <p:sp>
        <p:nvSpPr>
          <p:cNvPr id="18" name="Text 7">
            <a:extLst>
              <a:ext uri="{FF2B5EF4-FFF2-40B4-BE49-F238E27FC236}">
                <a16:creationId xmlns:a16="http://schemas.microsoft.com/office/drawing/2014/main" id="{A5074AAE-4166-FADE-AC12-F730AE12ACE6}"/>
              </a:ext>
            </a:extLst>
          </p:cNvPr>
          <p:cNvSpPr/>
          <p:nvPr/>
        </p:nvSpPr>
        <p:spPr>
          <a:xfrm>
            <a:off x="3336428" y="6483176"/>
            <a:ext cx="2629421" cy="351681"/>
          </a:xfrm>
          <a:prstGeom prst="rect">
            <a:avLst/>
          </a:prstGeom>
          <a:noFill/>
          <a:ln/>
        </p:spPr>
        <p:txBody>
          <a:bodyPr wrap="square" lIns="0" tIns="0" rIns="0" bIns="0" rtlCol="0" anchor="t">
            <a:normAutofit/>
          </a:bodyPr>
          <a:lstStyle/>
          <a:p>
            <a:pPr marL="0" indent="0" algn="ctr">
              <a:lnSpc>
                <a:spcPct val="128000"/>
              </a:lnSpc>
              <a:buNone/>
            </a:pPr>
            <a:r>
              <a:rPr lang="en-US" sz="900" dirty="0">
                <a:solidFill>
                  <a:srgbClr val="161613"/>
                </a:solidFill>
                <a:latin typeface="Leelawadee UI" panose="020B0502040204020203" pitchFamily="34" charset="-34"/>
                <a:ea typeface="Inter" pitchFamily="34" charset="-122"/>
                <a:cs typeface="Leelawadee UI" panose="020B0502040204020203" pitchFamily="34" charset="-34"/>
              </a:rPr>
              <a:t>Fungsi ekologis gambut dan kawasan hutan yang telah dipulihkan</a:t>
            </a:r>
            <a:endParaRPr lang="en-US" sz="900" dirty="0">
              <a:latin typeface="Leelawadee UI" panose="020B0502040204020203" pitchFamily="34" charset="-34"/>
              <a:cs typeface="Leelawadee UI" panose="020B0502040204020203" pitchFamily="34" charset="-34"/>
            </a:endParaRPr>
          </a:p>
        </p:txBody>
      </p:sp>
      <p:sp>
        <p:nvSpPr>
          <p:cNvPr id="19" name="Text 8">
            <a:extLst>
              <a:ext uri="{FF2B5EF4-FFF2-40B4-BE49-F238E27FC236}">
                <a16:creationId xmlns:a16="http://schemas.microsoft.com/office/drawing/2014/main" id="{A3DBF03E-A038-0AA5-0410-B494803DDA83}"/>
              </a:ext>
            </a:extLst>
          </p:cNvPr>
          <p:cNvSpPr/>
          <p:nvPr/>
        </p:nvSpPr>
        <p:spPr>
          <a:xfrm>
            <a:off x="6097562" y="5727725"/>
            <a:ext cx="2629421" cy="377354"/>
          </a:xfrm>
          <a:prstGeom prst="rect">
            <a:avLst/>
          </a:prstGeom>
          <a:noFill/>
          <a:ln/>
        </p:spPr>
        <p:txBody>
          <a:bodyPr wrap="none" lIns="0" tIns="0" rIns="0" bIns="0" rtlCol="0" anchor="t"/>
          <a:lstStyle/>
          <a:p>
            <a:pPr marL="0" indent="0" algn="ctr">
              <a:lnSpc>
                <a:spcPct val="83000"/>
              </a:lnSpc>
              <a:buNone/>
            </a:pPr>
            <a:r>
              <a:rPr lang="en-US" sz="2950" dirty="0">
                <a:solidFill>
                  <a:srgbClr val="161613"/>
                </a:solidFill>
                <a:latin typeface="Leelawadee UI" panose="020B0502040204020203" pitchFamily="34" charset="-34"/>
                <a:ea typeface="DM Sans Medium" pitchFamily="34" charset="-122"/>
                <a:cs typeface="Leelawadee UI" panose="020B0502040204020203" pitchFamily="34" charset="-34"/>
              </a:rPr>
              <a:t>2.500+</a:t>
            </a:r>
            <a:endParaRPr lang="en-US" sz="2950" dirty="0">
              <a:latin typeface="Leelawadee UI" panose="020B0502040204020203" pitchFamily="34" charset="-34"/>
              <a:cs typeface="Leelawadee UI" panose="020B0502040204020203" pitchFamily="34" charset="-34"/>
            </a:endParaRPr>
          </a:p>
        </p:txBody>
      </p:sp>
      <p:sp>
        <p:nvSpPr>
          <p:cNvPr id="20" name="Text 9">
            <a:extLst>
              <a:ext uri="{FF2B5EF4-FFF2-40B4-BE49-F238E27FC236}">
                <a16:creationId xmlns:a16="http://schemas.microsoft.com/office/drawing/2014/main" id="{E67C92DA-9A68-6986-87FB-2A904FA2F46C}"/>
              </a:ext>
            </a:extLst>
          </p:cNvPr>
          <p:cNvSpPr/>
          <p:nvPr/>
        </p:nvSpPr>
        <p:spPr>
          <a:xfrm>
            <a:off x="6697563" y="6241256"/>
            <a:ext cx="1429420" cy="178668"/>
          </a:xfrm>
          <a:prstGeom prst="rect">
            <a:avLst/>
          </a:prstGeom>
          <a:noFill/>
          <a:ln/>
        </p:spPr>
        <p:txBody>
          <a:bodyPr wrap="none" lIns="0" tIns="0" rIns="0" bIns="0" rtlCol="0" anchor="t"/>
          <a:lstStyle/>
          <a:p>
            <a:pPr marL="0" indent="0" algn="ctr">
              <a:lnSpc>
                <a:spcPct val="104000"/>
              </a:lnSpc>
              <a:buNone/>
            </a:pPr>
            <a:r>
              <a:rPr lang="en-US" sz="1100" dirty="0">
                <a:solidFill>
                  <a:srgbClr val="161613"/>
                </a:solidFill>
                <a:latin typeface="Leelawadee UI" panose="020B0502040204020203" pitchFamily="34" charset="-34"/>
                <a:ea typeface="DM Sans Medium" pitchFamily="34" charset="-122"/>
                <a:cs typeface="Leelawadee UI" panose="020B0502040204020203" pitchFamily="34" charset="-34"/>
              </a:rPr>
              <a:t>Petani &amp; Komunitas</a:t>
            </a:r>
            <a:endParaRPr lang="en-US" sz="1100" dirty="0">
              <a:latin typeface="Leelawadee UI" panose="020B0502040204020203" pitchFamily="34" charset="-34"/>
              <a:cs typeface="Leelawadee UI" panose="020B0502040204020203" pitchFamily="34" charset="-34"/>
            </a:endParaRPr>
          </a:p>
        </p:txBody>
      </p:sp>
      <p:sp>
        <p:nvSpPr>
          <p:cNvPr id="21" name="Text 10">
            <a:extLst>
              <a:ext uri="{FF2B5EF4-FFF2-40B4-BE49-F238E27FC236}">
                <a16:creationId xmlns:a16="http://schemas.microsoft.com/office/drawing/2014/main" id="{B9E6EE20-7F30-2713-F153-45C045D6D8E8}"/>
              </a:ext>
            </a:extLst>
          </p:cNvPr>
          <p:cNvSpPr/>
          <p:nvPr/>
        </p:nvSpPr>
        <p:spPr>
          <a:xfrm>
            <a:off x="6097562" y="6483176"/>
            <a:ext cx="2629421" cy="351681"/>
          </a:xfrm>
          <a:prstGeom prst="rect">
            <a:avLst/>
          </a:prstGeom>
          <a:noFill/>
          <a:ln/>
        </p:spPr>
        <p:txBody>
          <a:bodyPr wrap="square" lIns="0" tIns="0" rIns="0" bIns="0" rtlCol="0" anchor="t">
            <a:normAutofit/>
          </a:bodyPr>
          <a:lstStyle/>
          <a:p>
            <a:pPr marL="0" indent="0" algn="ctr">
              <a:lnSpc>
                <a:spcPct val="128000"/>
              </a:lnSpc>
              <a:buNone/>
            </a:pPr>
            <a:r>
              <a:rPr lang="en-US" sz="900" dirty="0">
                <a:solidFill>
                  <a:srgbClr val="161613"/>
                </a:solidFill>
                <a:latin typeface="Leelawadee UI" panose="020B0502040204020203" pitchFamily="34" charset="-34"/>
                <a:ea typeface="Inter" pitchFamily="34" charset="-122"/>
                <a:cs typeface="Leelawadee UI" panose="020B0502040204020203" pitchFamily="34" charset="-34"/>
              </a:rPr>
              <a:t>Petani dan anggota komunitas yang terlibat langsung dalam program</a:t>
            </a:r>
            <a:endParaRPr lang="en-US" sz="900" dirty="0">
              <a:latin typeface="Leelawadee UI" panose="020B0502040204020203" pitchFamily="34" charset="-34"/>
              <a:cs typeface="Leelawadee UI" panose="020B0502040204020203" pitchFamily="34" charset="-34"/>
            </a:endParaRPr>
          </a:p>
        </p:txBody>
      </p:sp>
      <p:sp>
        <p:nvSpPr>
          <p:cNvPr id="22" name="Text 11">
            <a:extLst>
              <a:ext uri="{FF2B5EF4-FFF2-40B4-BE49-F238E27FC236}">
                <a16:creationId xmlns:a16="http://schemas.microsoft.com/office/drawing/2014/main" id="{63260960-E0FA-DFF4-DAF2-9FEF161858F5}"/>
              </a:ext>
            </a:extLst>
          </p:cNvPr>
          <p:cNvSpPr/>
          <p:nvPr/>
        </p:nvSpPr>
        <p:spPr>
          <a:xfrm>
            <a:off x="1955824" y="7102822"/>
            <a:ext cx="2629421" cy="377354"/>
          </a:xfrm>
          <a:prstGeom prst="rect">
            <a:avLst/>
          </a:prstGeom>
          <a:noFill/>
          <a:ln/>
        </p:spPr>
        <p:txBody>
          <a:bodyPr wrap="none" lIns="0" tIns="0" rIns="0" bIns="0" rtlCol="0" anchor="t"/>
          <a:lstStyle/>
          <a:p>
            <a:pPr marL="0" indent="0" algn="ctr">
              <a:lnSpc>
                <a:spcPct val="83000"/>
              </a:lnSpc>
              <a:buNone/>
            </a:pPr>
            <a:r>
              <a:rPr lang="en-US" sz="2950" dirty="0">
                <a:solidFill>
                  <a:srgbClr val="161613"/>
                </a:solidFill>
                <a:latin typeface="Leelawadee UI" panose="020B0502040204020203" pitchFamily="34" charset="-34"/>
                <a:ea typeface="DM Sans Medium" pitchFamily="34" charset="-122"/>
                <a:cs typeface="Leelawadee UI" panose="020B0502040204020203" pitchFamily="34" charset="-34"/>
              </a:rPr>
              <a:t>40+</a:t>
            </a:r>
            <a:endParaRPr lang="en-US" sz="2950" dirty="0">
              <a:latin typeface="Leelawadee UI" panose="020B0502040204020203" pitchFamily="34" charset="-34"/>
              <a:cs typeface="Leelawadee UI" panose="020B0502040204020203" pitchFamily="34" charset="-34"/>
            </a:endParaRPr>
          </a:p>
        </p:txBody>
      </p:sp>
      <p:sp>
        <p:nvSpPr>
          <p:cNvPr id="23" name="Text 12">
            <a:extLst>
              <a:ext uri="{FF2B5EF4-FFF2-40B4-BE49-F238E27FC236}">
                <a16:creationId xmlns:a16="http://schemas.microsoft.com/office/drawing/2014/main" id="{8EC012E6-3EEB-AE23-C76D-D4862C572B95}"/>
              </a:ext>
            </a:extLst>
          </p:cNvPr>
          <p:cNvSpPr/>
          <p:nvPr/>
        </p:nvSpPr>
        <p:spPr>
          <a:xfrm>
            <a:off x="2555825" y="7616354"/>
            <a:ext cx="1429420" cy="178668"/>
          </a:xfrm>
          <a:prstGeom prst="rect">
            <a:avLst/>
          </a:prstGeom>
          <a:noFill/>
          <a:ln/>
        </p:spPr>
        <p:txBody>
          <a:bodyPr wrap="none" lIns="0" tIns="0" rIns="0" bIns="0" rtlCol="0" anchor="t"/>
          <a:lstStyle/>
          <a:p>
            <a:pPr marL="0" indent="0" algn="ctr">
              <a:lnSpc>
                <a:spcPct val="104000"/>
              </a:lnSpc>
              <a:buNone/>
            </a:pPr>
            <a:r>
              <a:rPr lang="en-US" sz="1100" dirty="0">
                <a:solidFill>
                  <a:srgbClr val="161613"/>
                </a:solidFill>
                <a:latin typeface="Leelawadee UI" panose="020B0502040204020203" pitchFamily="34" charset="-34"/>
                <a:ea typeface="DM Sans Medium" pitchFamily="34" charset="-122"/>
                <a:cs typeface="Leelawadee UI" panose="020B0502040204020203" pitchFamily="34" charset="-34"/>
              </a:rPr>
              <a:t>Mitra Strategis</a:t>
            </a:r>
            <a:endParaRPr lang="en-US" sz="1100" dirty="0">
              <a:latin typeface="Leelawadee UI" panose="020B0502040204020203" pitchFamily="34" charset="-34"/>
              <a:cs typeface="Leelawadee UI" panose="020B0502040204020203" pitchFamily="34" charset="-34"/>
            </a:endParaRPr>
          </a:p>
        </p:txBody>
      </p:sp>
      <p:sp>
        <p:nvSpPr>
          <p:cNvPr id="24" name="Text 13">
            <a:extLst>
              <a:ext uri="{FF2B5EF4-FFF2-40B4-BE49-F238E27FC236}">
                <a16:creationId xmlns:a16="http://schemas.microsoft.com/office/drawing/2014/main" id="{CD87F59E-4705-F505-2A7B-97198A428E7D}"/>
              </a:ext>
            </a:extLst>
          </p:cNvPr>
          <p:cNvSpPr/>
          <p:nvPr/>
        </p:nvSpPr>
        <p:spPr>
          <a:xfrm>
            <a:off x="1955824" y="7858274"/>
            <a:ext cx="2629421" cy="351681"/>
          </a:xfrm>
          <a:prstGeom prst="rect">
            <a:avLst/>
          </a:prstGeom>
          <a:noFill/>
          <a:ln/>
        </p:spPr>
        <p:txBody>
          <a:bodyPr wrap="square" lIns="0" tIns="0" rIns="0" bIns="0" rtlCol="0" anchor="t">
            <a:normAutofit/>
          </a:bodyPr>
          <a:lstStyle/>
          <a:p>
            <a:pPr marL="0" indent="0" algn="ctr">
              <a:lnSpc>
                <a:spcPct val="128000"/>
              </a:lnSpc>
              <a:buNone/>
            </a:pPr>
            <a:r>
              <a:rPr lang="en-US" sz="900" dirty="0">
                <a:solidFill>
                  <a:srgbClr val="161613"/>
                </a:solidFill>
                <a:latin typeface="Leelawadee UI" panose="020B0502040204020203" pitchFamily="34" charset="-34"/>
                <a:ea typeface="Inter" pitchFamily="34" charset="-122"/>
                <a:cs typeface="Leelawadee UI" panose="020B0502040204020203" pitchFamily="34" charset="-34"/>
              </a:rPr>
              <a:t>Pemerintah, swasta, dan donor yang berkolaborasi bersama YNKI</a:t>
            </a:r>
            <a:endParaRPr lang="en-US" sz="900" dirty="0">
              <a:latin typeface="Leelawadee UI" panose="020B0502040204020203" pitchFamily="34" charset="-34"/>
              <a:cs typeface="Leelawadee UI" panose="020B0502040204020203" pitchFamily="34" charset="-34"/>
            </a:endParaRPr>
          </a:p>
        </p:txBody>
      </p:sp>
      <p:sp>
        <p:nvSpPr>
          <p:cNvPr id="25" name="Text 14">
            <a:extLst>
              <a:ext uri="{FF2B5EF4-FFF2-40B4-BE49-F238E27FC236}">
                <a16:creationId xmlns:a16="http://schemas.microsoft.com/office/drawing/2014/main" id="{870AA395-B0BF-0EAD-0281-6081FBA3EA3D}"/>
              </a:ext>
            </a:extLst>
          </p:cNvPr>
          <p:cNvSpPr/>
          <p:nvPr/>
        </p:nvSpPr>
        <p:spPr>
          <a:xfrm>
            <a:off x="4716958" y="7102822"/>
            <a:ext cx="2629495" cy="377354"/>
          </a:xfrm>
          <a:prstGeom prst="rect">
            <a:avLst/>
          </a:prstGeom>
          <a:noFill/>
          <a:ln/>
        </p:spPr>
        <p:txBody>
          <a:bodyPr wrap="none" lIns="0" tIns="0" rIns="0" bIns="0" rtlCol="0" anchor="t"/>
          <a:lstStyle/>
          <a:p>
            <a:pPr marL="0" indent="0" algn="ctr">
              <a:lnSpc>
                <a:spcPct val="83000"/>
              </a:lnSpc>
              <a:buNone/>
            </a:pPr>
            <a:r>
              <a:rPr lang="en-US" sz="2950" dirty="0">
                <a:solidFill>
                  <a:srgbClr val="161613"/>
                </a:solidFill>
                <a:latin typeface="Leelawadee UI" panose="020B0502040204020203" pitchFamily="34" charset="-34"/>
                <a:ea typeface="DM Sans Medium" pitchFamily="34" charset="-122"/>
                <a:cs typeface="Leelawadee UI" panose="020B0502040204020203" pitchFamily="34" charset="-34"/>
              </a:rPr>
              <a:t>18</a:t>
            </a:r>
            <a:endParaRPr lang="en-US" sz="2950" dirty="0">
              <a:latin typeface="Leelawadee UI" panose="020B0502040204020203" pitchFamily="34" charset="-34"/>
              <a:cs typeface="Leelawadee UI" panose="020B0502040204020203" pitchFamily="34" charset="-34"/>
            </a:endParaRPr>
          </a:p>
        </p:txBody>
      </p:sp>
      <p:sp>
        <p:nvSpPr>
          <p:cNvPr id="26" name="Text 15">
            <a:extLst>
              <a:ext uri="{FF2B5EF4-FFF2-40B4-BE49-F238E27FC236}">
                <a16:creationId xmlns:a16="http://schemas.microsoft.com/office/drawing/2014/main" id="{A01EF4B5-DE37-A62D-C659-AEA3F2BEF8D6}"/>
              </a:ext>
            </a:extLst>
          </p:cNvPr>
          <p:cNvSpPr/>
          <p:nvPr/>
        </p:nvSpPr>
        <p:spPr>
          <a:xfrm>
            <a:off x="5316959" y="7616354"/>
            <a:ext cx="1429420" cy="178668"/>
          </a:xfrm>
          <a:prstGeom prst="rect">
            <a:avLst/>
          </a:prstGeom>
          <a:noFill/>
          <a:ln/>
        </p:spPr>
        <p:txBody>
          <a:bodyPr wrap="none" lIns="0" tIns="0" rIns="0" bIns="0" rtlCol="0" anchor="t"/>
          <a:lstStyle/>
          <a:p>
            <a:pPr marL="0" indent="0" algn="ctr">
              <a:lnSpc>
                <a:spcPct val="104000"/>
              </a:lnSpc>
              <a:buNone/>
            </a:pPr>
            <a:r>
              <a:rPr lang="en-US" sz="1100" dirty="0">
                <a:solidFill>
                  <a:srgbClr val="161613"/>
                </a:solidFill>
                <a:latin typeface="Leelawadee UI" panose="020B0502040204020203" pitchFamily="34" charset="-34"/>
                <a:ea typeface="DM Sans Medium" pitchFamily="34" charset="-122"/>
                <a:cs typeface="Leelawadee UI" panose="020B0502040204020203" pitchFamily="34" charset="-34"/>
              </a:rPr>
              <a:t>Kebijakan Didukung</a:t>
            </a:r>
            <a:endParaRPr lang="en-US" sz="1100" dirty="0">
              <a:latin typeface="Leelawadee UI" panose="020B0502040204020203" pitchFamily="34" charset="-34"/>
              <a:cs typeface="Leelawadee UI" panose="020B0502040204020203" pitchFamily="34" charset="-34"/>
            </a:endParaRPr>
          </a:p>
        </p:txBody>
      </p:sp>
      <p:sp>
        <p:nvSpPr>
          <p:cNvPr id="27" name="Text 16">
            <a:extLst>
              <a:ext uri="{FF2B5EF4-FFF2-40B4-BE49-F238E27FC236}">
                <a16:creationId xmlns:a16="http://schemas.microsoft.com/office/drawing/2014/main" id="{3C93B6F6-FBAE-A5C8-54EC-69FC64FE5D40}"/>
              </a:ext>
            </a:extLst>
          </p:cNvPr>
          <p:cNvSpPr/>
          <p:nvPr/>
        </p:nvSpPr>
        <p:spPr>
          <a:xfrm>
            <a:off x="4716958" y="7858274"/>
            <a:ext cx="2629495" cy="351681"/>
          </a:xfrm>
          <a:prstGeom prst="rect">
            <a:avLst/>
          </a:prstGeom>
          <a:noFill/>
          <a:ln/>
        </p:spPr>
        <p:txBody>
          <a:bodyPr wrap="square" lIns="0" tIns="0" rIns="0" bIns="0" rtlCol="0" anchor="t">
            <a:normAutofit/>
          </a:bodyPr>
          <a:lstStyle/>
          <a:p>
            <a:pPr marL="0" indent="0" algn="ctr">
              <a:lnSpc>
                <a:spcPct val="128000"/>
              </a:lnSpc>
              <a:buNone/>
            </a:pPr>
            <a:r>
              <a:rPr lang="en-US" sz="900" dirty="0">
                <a:solidFill>
                  <a:srgbClr val="161613"/>
                </a:solidFill>
                <a:latin typeface="Leelawadee UI" panose="020B0502040204020203" pitchFamily="34" charset="-34"/>
                <a:ea typeface="Inter" pitchFamily="34" charset="-122"/>
                <a:cs typeface="Leelawadee UI" panose="020B0502040204020203" pitchFamily="34" charset="-34"/>
              </a:rPr>
              <a:t>Forum tata kelola dan kebijakan lanskap yang didukung dan difasilitasi</a:t>
            </a:r>
            <a:endParaRPr lang="en-US" sz="900" dirty="0">
              <a:latin typeface="Leelawadee UI" panose="020B0502040204020203" pitchFamily="34" charset="-34"/>
              <a:cs typeface="Leelawadee UI" panose="020B0502040204020203" pitchFamily="34" charset="-34"/>
            </a:endParaRPr>
          </a:p>
        </p:txBody>
      </p:sp>
      <p:sp>
        <p:nvSpPr>
          <p:cNvPr id="28" name="Shape 17">
            <a:extLst>
              <a:ext uri="{FF2B5EF4-FFF2-40B4-BE49-F238E27FC236}">
                <a16:creationId xmlns:a16="http://schemas.microsoft.com/office/drawing/2014/main" id="{FDD5EDB5-E37B-F3C0-FEFE-5C16343C8E0F}"/>
              </a:ext>
            </a:extLst>
          </p:cNvPr>
          <p:cNvSpPr/>
          <p:nvPr/>
        </p:nvSpPr>
        <p:spPr>
          <a:xfrm>
            <a:off x="575295" y="8328496"/>
            <a:ext cx="8151763" cy="598587"/>
          </a:xfrm>
          <a:prstGeom prst="roundRect">
            <a:avLst>
              <a:gd name="adj" fmla="val 2866"/>
            </a:avLst>
          </a:prstGeom>
          <a:solidFill>
            <a:srgbClr val="B6D6FC"/>
          </a:solidFill>
          <a:ln/>
        </p:spPr>
      </p:sp>
      <p:pic>
        <p:nvPicPr>
          <p:cNvPr id="29" name="Image 0" descr="preencoded.png">
            <a:extLst>
              <a:ext uri="{FF2B5EF4-FFF2-40B4-BE49-F238E27FC236}">
                <a16:creationId xmlns:a16="http://schemas.microsoft.com/office/drawing/2014/main" id="{40355F96-BA5D-B7EB-DCE1-2F8B5396CFA0}"/>
              </a:ext>
            </a:extLst>
          </p:cNvPr>
          <p:cNvPicPr>
            <a:picLocks noChangeAspect="1"/>
          </p:cNvPicPr>
          <p:nvPr/>
        </p:nvPicPr>
        <p:blipFill>
          <a:blip r:embed="rId7"/>
          <a:stretch>
            <a:fillRect/>
          </a:stretch>
        </p:blipFill>
        <p:spPr>
          <a:xfrm>
            <a:off x="689595" y="8485659"/>
            <a:ext cx="142875" cy="114300"/>
          </a:xfrm>
          <a:prstGeom prst="rect">
            <a:avLst/>
          </a:prstGeom>
        </p:spPr>
      </p:pic>
      <p:sp>
        <p:nvSpPr>
          <p:cNvPr id="30" name="Text 18">
            <a:extLst>
              <a:ext uri="{FF2B5EF4-FFF2-40B4-BE49-F238E27FC236}">
                <a16:creationId xmlns:a16="http://schemas.microsoft.com/office/drawing/2014/main" id="{067F5D94-2985-5B4A-85AE-9FEA95665045}"/>
              </a:ext>
            </a:extLst>
          </p:cNvPr>
          <p:cNvSpPr/>
          <p:nvPr/>
        </p:nvSpPr>
        <p:spPr>
          <a:xfrm>
            <a:off x="946770" y="8451949"/>
            <a:ext cx="7665988" cy="351681"/>
          </a:xfrm>
          <a:prstGeom prst="rect">
            <a:avLst/>
          </a:prstGeom>
          <a:noFill/>
          <a:ln/>
        </p:spPr>
        <p:txBody>
          <a:bodyPr wrap="square" lIns="0" tIns="0" rIns="0" bIns="0" rtlCol="0" anchor="t">
            <a:normAutofit/>
          </a:bodyPr>
          <a:lstStyle/>
          <a:p>
            <a:pPr marL="0" indent="0" algn="l">
              <a:lnSpc>
                <a:spcPct val="128000"/>
              </a:lnSpc>
              <a:buNone/>
            </a:pPr>
            <a:r>
              <a:rPr lang="en-US" sz="900" dirty="0">
                <a:solidFill>
                  <a:srgbClr val="000000"/>
                </a:solidFill>
                <a:latin typeface="Leelawadee UI" panose="020B0502040204020203" pitchFamily="34" charset="-34"/>
                <a:ea typeface="Inter" pitchFamily="34" charset="-122"/>
                <a:cs typeface="Leelawadee UI" panose="020B0502040204020203" pitchFamily="34" charset="-34"/>
              </a:rPr>
              <a:t>Data di atas merupakan indikasi capaian program. Tim YNKI akan memperbarui angka ini secara berkala berdasarkan laporan monitoring dan evaluasi resmi dari setiap program.</a:t>
            </a:r>
            <a:endParaRPr lang="en-US" sz="900" dirty="0">
              <a:latin typeface="Leelawadee UI" panose="020B0502040204020203" pitchFamily="34" charset="-34"/>
              <a:cs typeface="Leelawadee UI" panose="020B0502040204020203" pitchFamily="34" charset="-34"/>
            </a:endParaRPr>
          </a:p>
        </p:txBody>
      </p:sp>
      <p:sp>
        <p:nvSpPr>
          <p:cNvPr id="31" name="Text 0">
            <a:extLst>
              <a:ext uri="{FF2B5EF4-FFF2-40B4-BE49-F238E27FC236}">
                <a16:creationId xmlns:a16="http://schemas.microsoft.com/office/drawing/2014/main" id="{7F4275F1-E424-3898-0F7C-D3EEC3E6E351}"/>
              </a:ext>
            </a:extLst>
          </p:cNvPr>
          <p:cNvSpPr/>
          <p:nvPr/>
        </p:nvSpPr>
        <p:spPr>
          <a:xfrm>
            <a:off x="562521" y="9708205"/>
            <a:ext cx="4658171" cy="375493"/>
          </a:xfrm>
          <a:prstGeom prst="rect">
            <a:avLst/>
          </a:prstGeom>
          <a:noFill/>
          <a:ln/>
        </p:spPr>
        <p:txBody>
          <a:bodyPr wrap="none" lIns="0" tIns="0" rIns="0" bIns="0" rtlCol="0" anchor="t"/>
          <a:lstStyle/>
          <a:p>
            <a:pPr marL="0" indent="0" algn="l">
              <a:lnSpc>
                <a:spcPct val="104000"/>
              </a:lnSpc>
              <a:buNone/>
            </a:pPr>
            <a:r>
              <a:rPr lang="en-US" sz="2400" dirty="0">
                <a:solidFill>
                  <a:srgbClr val="161613"/>
                </a:solidFill>
                <a:latin typeface="Leelawadee UI" panose="020B0502040204020203" pitchFamily="34" charset="-34"/>
                <a:ea typeface="DM Sans Medium" pitchFamily="34" charset="-122"/>
                <a:cs typeface="Leelawadee UI" panose="020B0502040204020203" pitchFamily="34" charset="-34"/>
              </a:rPr>
              <a:t>Lima Dimensi Perubahan YNKI</a:t>
            </a:r>
            <a:endParaRPr lang="en-US" sz="2400" dirty="0">
              <a:latin typeface="Leelawadee UI" panose="020B0502040204020203" pitchFamily="34" charset="-34"/>
              <a:cs typeface="Leelawadee UI" panose="020B0502040204020203" pitchFamily="34" charset="-34"/>
            </a:endParaRPr>
          </a:p>
        </p:txBody>
      </p:sp>
      <p:sp>
        <p:nvSpPr>
          <p:cNvPr id="32" name="Text 1">
            <a:extLst>
              <a:ext uri="{FF2B5EF4-FFF2-40B4-BE49-F238E27FC236}">
                <a16:creationId xmlns:a16="http://schemas.microsoft.com/office/drawing/2014/main" id="{03FE660D-D336-5CD2-301E-987CE0358101}"/>
              </a:ext>
            </a:extLst>
          </p:cNvPr>
          <p:cNvSpPr/>
          <p:nvPr/>
        </p:nvSpPr>
        <p:spPr>
          <a:xfrm>
            <a:off x="579834" y="10219654"/>
            <a:ext cx="8151763" cy="567705"/>
          </a:xfrm>
          <a:prstGeom prst="rect">
            <a:avLst/>
          </a:prstGeom>
          <a:noFill/>
          <a:ln/>
        </p:spPr>
        <p:txBody>
          <a:bodyPr wrap="square" lIns="0" tIns="0" rIns="0" bIns="0" rtlCol="0" anchor="t">
            <a:normAutofit lnSpcReduction="10000"/>
          </a:bodyPr>
          <a:lstStyle/>
          <a:p>
            <a:pPr marL="0" indent="0" algn="l">
              <a:lnSpc>
                <a:spcPct val="131000"/>
              </a:lnSpc>
              <a:buNone/>
            </a:pPr>
            <a:r>
              <a:rPr lang="en-US" sz="1050" dirty="0">
                <a:solidFill>
                  <a:srgbClr val="161613"/>
                </a:solidFill>
                <a:latin typeface="Leelawadee UI" panose="020B0502040204020203" pitchFamily="34" charset="-34"/>
                <a:ea typeface="Inter" pitchFamily="34" charset="-122"/>
                <a:cs typeface="Leelawadee UI" panose="020B0502040204020203" pitchFamily="34" charset="-34"/>
              </a:rPr>
              <a:t>Berdasarkan </a:t>
            </a:r>
            <a:r>
              <a:rPr lang="en-US" sz="1050" b="1" dirty="0">
                <a:solidFill>
                  <a:srgbClr val="161613"/>
                </a:solidFill>
                <a:latin typeface="Leelawadee UI" panose="020B0502040204020203" pitchFamily="34" charset="-34"/>
                <a:ea typeface="Inter" pitchFamily="34" charset="-122"/>
                <a:cs typeface="Leelawadee UI" panose="020B0502040204020203" pitchFamily="34" charset="-34"/>
              </a:rPr>
              <a:t>Strategic Plan 2026–2035</a:t>
            </a:r>
            <a:r>
              <a:rPr lang="en-US" sz="1050" dirty="0">
                <a:solidFill>
                  <a:srgbClr val="161613"/>
                </a:solidFill>
                <a:latin typeface="Leelawadee UI" panose="020B0502040204020203" pitchFamily="34" charset="-34"/>
                <a:ea typeface="Inter" pitchFamily="34" charset="-122"/>
                <a:cs typeface="Leelawadee UI" panose="020B0502040204020203" pitchFamily="34" charset="-34"/>
              </a:rPr>
              <a:t>, YNKI mengukur dampak melalui lima dimensi perubahan yang saling terhubung. Setiap dimensi mencerminkan kontribusi YNKI terhadap penguatan tata kelola lanskap yang inklusif dan kolaboratif—dari tingkat kebijakan hingga perubahan perilaku di lapangan.</a:t>
            </a:r>
            <a:endParaRPr lang="en-US" sz="1050" dirty="0">
              <a:latin typeface="Leelawadee UI" panose="020B0502040204020203" pitchFamily="34" charset="-34"/>
              <a:cs typeface="Leelawadee UI" panose="020B0502040204020203" pitchFamily="34" charset="-34"/>
            </a:endParaRPr>
          </a:p>
        </p:txBody>
      </p:sp>
      <p:pic>
        <p:nvPicPr>
          <p:cNvPr id="33" name="Image 0" descr="preencoded.png">
            <a:extLst>
              <a:ext uri="{FF2B5EF4-FFF2-40B4-BE49-F238E27FC236}">
                <a16:creationId xmlns:a16="http://schemas.microsoft.com/office/drawing/2014/main" id="{5207FD32-6EA1-F2E0-CEA2-A91FB0271DC4}"/>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579834" y="10918253"/>
            <a:ext cx="300410" cy="300410"/>
          </a:xfrm>
          <a:prstGeom prst="rect">
            <a:avLst/>
          </a:prstGeom>
        </p:spPr>
      </p:pic>
      <p:sp>
        <p:nvSpPr>
          <p:cNvPr id="34" name="Text 2">
            <a:extLst>
              <a:ext uri="{FF2B5EF4-FFF2-40B4-BE49-F238E27FC236}">
                <a16:creationId xmlns:a16="http://schemas.microsoft.com/office/drawing/2014/main" id="{BA1EA62B-2857-2BF7-482B-742D084169FD}"/>
              </a:ext>
            </a:extLst>
          </p:cNvPr>
          <p:cNvSpPr/>
          <p:nvPr/>
        </p:nvSpPr>
        <p:spPr>
          <a:xfrm>
            <a:off x="982961" y="11043029"/>
            <a:ext cx="1673796" cy="187747"/>
          </a:xfrm>
          <a:prstGeom prst="rect">
            <a:avLst/>
          </a:prstGeom>
          <a:noFill/>
          <a:ln/>
        </p:spPr>
        <p:txBody>
          <a:bodyPr wrap="none" lIns="0" tIns="0" rIns="0" bIns="0" rtlCol="0" anchor="t"/>
          <a:lstStyle/>
          <a:p>
            <a:pPr marL="0" indent="0" algn="l">
              <a:lnSpc>
                <a:spcPct val="104000"/>
              </a:lnSpc>
              <a:buNone/>
            </a:pPr>
            <a:r>
              <a:rPr lang="en-US" sz="1150" dirty="0">
                <a:solidFill>
                  <a:srgbClr val="161613"/>
                </a:solidFill>
                <a:latin typeface="Leelawadee UI" panose="020B0502040204020203" pitchFamily="34" charset="-34"/>
                <a:ea typeface="DM Sans Medium" pitchFamily="34" charset="-122"/>
                <a:cs typeface="Leelawadee UI" panose="020B0502040204020203" pitchFamily="34" charset="-34"/>
              </a:rPr>
              <a:t>Landscape Governance</a:t>
            </a:r>
            <a:endParaRPr lang="en-US" sz="1150" dirty="0">
              <a:latin typeface="Leelawadee UI" panose="020B0502040204020203" pitchFamily="34" charset="-34"/>
              <a:cs typeface="Leelawadee UI" panose="020B0502040204020203" pitchFamily="34" charset="-34"/>
            </a:endParaRPr>
          </a:p>
        </p:txBody>
      </p:sp>
      <p:sp>
        <p:nvSpPr>
          <p:cNvPr id="35" name="Text 3">
            <a:extLst>
              <a:ext uri="{FF2B5EF4-FFF2-40B4-BE49-F238E27FC236}">
                <a16:creationId xmlns:a16="http://schemas.microsoft.com/office/drawing/2014/main" id="{59C82EF3-C4B9-4229-CBD2-2BCA3A5FBDAA}"/>
              </a:ext>
            </a:extLst>
          </p:cNvPr>
          <p:cNvSpPr/>
          <p:nvPr/>
        </p:nvSpPr>
        <p:spPr>
          <a:xfrm>
            <a:off x="575221" y="11381035"/>
            <a:ext cx="2620268" cy="756940"/>
          </a:xfrm>
          <a:prstGeom prst="rect">
            <a:avLst/>
          </a:prstGeom>
          <a:noFill/>
          <a:ln/>
        </p:spPr>
        <p:txBody>
          <a:bodyPr wrap="square" lIns="0" tIns="0" rIns="0" bIns="0" rtlCol="0" anchor="t">
            <a:noAutofit/>
          </a:bodyPr>
          <a:lstStyle/>
          <a:p>
            <a:pPr marL="0" indent="0" algn="l">
              <a:lnSpc>
                <a:spcPct val="131000"/>
              </a:lnSpc>
              <a:buNone/>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Forum multipihak berfungsi efektif, konflik kepentingan berkurang, dan kebijakan lintas sektor terintegrasi dalam rencana tata kelola lanskap yang komprehensif.</a:t>
            </a:r>
            <a:endParaRPr lang="en-US" sz="1000" dirty="0">
              <a:latin typeface="Leelawadee UI" panose="020B0502040204020203" pitchFamily="34" charset="-34"/>
              <a:cs typeface="Leelawadee UI" panose="020B0502040204020203" pitchFamily="34" charset="-34"/>
            </a:endParaRPr>
          </a:p>
        </p:txBody>
      </p:sp>
      <p:pic>
        <p:nvPicPr>
          <p:cNvPr id="36" name="Image 1" descr="preencoded.png">
            <a:extLst>
              <a:ext uri="{FF2B5EF4-FFF2-40B4-BE49-F238E27FC236}">
                <a16:creationId xmlns:a16="http://schemas.microsoft.com/office/drawing/2014/main" id="{31F0E0CE-571E-875B-E896-04070C49F882}"/>
              </a:ext>
            </a:extLst>
          </p:cNvPr>
          <p:cNvPicPr>
            <a:picLocks noChangeAspect="1"/>
          </p:cNvPicPr>
          <p:nvPr/>
        </p:nvPicPr>
        <p:blipFill>
          <a:blip>
            <a:extLst>
              <a:ext uri="{96DAC541-7B7A-43D3-8B79-37D633B846F1}">
                <asvg:svgBlip xmlns:asvg="http://schemas.microsoft.com/office/drawing/2016/SVG/main" r:embed="rId9"/>
              </a:ext>
            </a:extLst>
          </a:blip>
          <a:stretch>
            <a:fillRect/>
          </a:stretch>
        </p:blipFill>
        <p:spPr>
          <a:xfrm>
            <a:off x="3345581" y="10918253"/>
            <a:ext cx="300410" cy="300410"/>
          </a:xfrm>
          <a:prstGeom prst="rect">
            <a:avLst/>
          </a:prstGeom>
        </p:spPr>
      </p:pic>
      <p:sp>
        <p:nvSpPr>
          <p:cNvPr id="37" name="Text 4">
            <a:extLst>
              <a:ext uri="{FF2B5EF4-FFF2-40B4-BE49-F238E27FC236}">
                <a16:creationId xmlns:a16="http://schemas.microsoft.com/office/drawing/2014/main" id="{2CE9BE3B-001C-EFC8-8B43-4294B8DE9321}"/>
              </a:ext>
            </a:extLst>
          </p:cNvPr>
          <p:cNvSpPr/>
          <p:nvPr/>
        </p:nvSpPr>
        <p:spPr>
          <a:xfrm>
            <a:off x="3748708" y="11043029"/>
            <a:ext cx="1502122" cy="187747"/>
          </a:xfrm>
          <a:prstGeom prst="rect">
            <a:avLst/>
          </a:prstGeom>
          <a:noFill/>
          <a:ln/>
        </p:spPr>
        <p:txBody>
          <a:bodyPr wrap="none" lIns="0" tIns="0" rIns="0" bIns="0" rtlCol="0" anchor="t"/>
          <a:lstStyle/>
          <a:p>
            <a:pPr marL="0" indent="0" algn="l">
              <a:lnSpc>
                <a:spcPct val="104000"/>
              </a:lnSpc>
              <a:buNone/>
            </a:pPr>
            <a:r>
              <a:rPr lang="en-US" sz="1150" dirty="0">
                <a:solidFill>
                  <a:srgbClr val="161613"/>
                </a:solidFill>
                <a:latin typeface="Leelawadee UI" panose="020B0502040204020203" pitchFamily="34" charset="-34"/>
                <a:ea typeface="DM Sans Medium" pitchFamily="34" charset="-122"/>
                <a:cs typeface="Leelawadee UI" panose="020B0502040204020203" pitchFamily="34" charset="-34"/>
              </a:rPr>
              <a:t>Natural Capital</a:t>
            </a:r>
            <a:endParaRPr lang="en-US" sz="1150" dirty="0">
              <a:latin typeface="Leelawadee UI" panose="020B0502040204020203" pitchFamily="34" charset="-34"/>
              <a:cs typeface="Leelawadee UI" panose="020B0502040204020203" pitchFamily="34" charset="-34"/>
            </a:endParaRPr>
          </a:p>
        </p:txBody>
      </p:sp>
      <p:sp>
        <p:nvSpPr>
          <p:cNvPr id="38" name="Text 5">
            <a:extLst>
              <a:ext uri="{FF2B5EF4-FFF2-40B4-BE49-F238E27FC236}">
                <a16:creationId xmlns:a16="http://schemas.microsoft.com/office/drawing/2014/main" id="{7E9ECA87-05EC-AF4C-1C36-1C25C86833CD}"/>
              </a:ext>
            </a:extLst>
          </p:cNvPr>
          <p:cNvSpPr/>
          <p:nvPr/>
        </p:nvSpPr>
        <p:spPr>
          <a:xfrm>
            <a:off x="3340968" y="11381035"/>
            <a:ext cx="2620268" cy="756940"/>
          </a:xfrm>
          <a:prstGeom prst="rect">
            <a:avLst/>
          </a:prstGeom>
          <a:noFill/>
          <a:ln/>
        </p:spPr>
        <p:txBody>
          <a:bodyPr wrap="square" lIns="0" tIns="0" rIns="0" bIns="0" rtlCol="0" anchor="t">
            <a:noAutofit/>
          </a:bodyPr>
          <a:lstStyle/>
          <a:p>
            <a:pPr marL="0" indent="0" algn="l">
              <a:lnSpc>
                <a:spcPct val="131000"/>
              </a:lnSpc>
              <a:buNone/>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Biodiversitas terjaga, ekosistem gambut pulih, dan solusi berbasis alam berkembang sebagai fondasi kehidupan masyarakat yang berkelanjutan.</a:t>
            </a:r>
            <a:endParaRPr lang="en-US" sz="1000" dirty="0">
              <a:latin typeface="Leelawadee UI" panose="020B0502040204020203" pitchFamily="34" charset="-34"/>
              <a:cs typeface="Leelawadee UI" panose="020B0502040204020203" pitchFamily="34" charset="-34"/>
            </a:endParaRPr>
          </a:p>
        </p:txBody>
      </p:sp>
      <p:pic>
        <p:nvPicPr>
          <p:cNvPr id="39" name="Image 2" descr="preencoded.png">
            <a:extLst>
              <a:ext uri="{FF2B5EF4-FFF2-40B4-BE49-F238E27FC236}">
                <a16:creationId xmlns:a16="http://schemas.microsoft.com/office/drawing/2014/main" id="{F5C0EF6C-E74D-09D1-89B4-FCEE5EFB5D3E}"/>
              </a:ext>
            </a:extLst>
          </p:cNvPr>
          <p:cNvPicPr>
            <a:picLocks noChangeAspect="1"/>
          </p:cNvPicPr>
          <p:nvPr/>
        </p:nvPicPr>
        <p:blipFill>
          <a:blip>
            <a:extLst>
              <a:ext uri="{96DAC541-7B7A-43D3-8B79-37D633B846F1}">
                <asvg:svgBlip xmlns:asvg="http://schemas.microsoft.com/office/drawing/2016/SVG/main" r:embed="rId10"/>
              </a:ext>
            </a:extLst>
          </a:blip>
          <a:stretch>
            <a:fillRect/>
          </a:stretch>
        </p:blipFill>
        <p:spPr>
          <a:xfrm>
            <a:off x="5904384" y="10918253"/>
            <a:ext cx="300410" cy="300410"/>
          </a:xfrm>
          <a:prstGeom prst="rect">
            <a:avLst/>
          </a:prstGeom>
        </p:spPr>
      </p:pic>
      <p:sp>
        <p:nvSpPr>
          <p:cNvPr id="40" name="Text 6">
            <a:extLst>
              <a:ext uri="{FF2B5EF4-FFF2-40B4-BE49-F238E27FC236}">
                <a16:creationId xmlns:a16="http://schemas.microsoft.com/office/drawing/2014/main" id="{097891AE-DC23-F67A-8BCB-22EF5782DEEC}"/>
              </a:ext>
            </a:extLst>
          </p:cNvPr>
          <p:cNvSpPr/>
          <p:nvPr/>
        </p:nvSpPr>
        <p:spPr>
          <a:xfrm>
            <a:off x="6230324" y="11010469"/>
            <a:ext cx="2341438" cy="187747"/>
          </a:xfrm>
          <a:prstGeom prst="rect">
            <a:avLst/>
          </a:prstGeom>
          <a:noFill/>
          <a:ln/>
        </p:spPr>
        <p:txBody>
          <a:bodyPr wrap="none" lIns="0" tIns="0" rIns="0" bIns="0" rtlCol="0" anchor="t"/>
          <a:lstStyle/>
          <a:p>
            <a:pPr marL="0" indent="0" algn="l">
              <a:lnSpc>
                <a:spcPct val="104000"/>
              </a:lnSpc>
              <a:buNone/>
            </a:pPr>
            <a:r>
              <a:rPr lang="en-US" sz="1150" dirty="0">
                <a:solidFill>
                  <a:srgbClr val="161613"/>
                </a:solidFill>
                <a:latin typeface="Leelawadee UI" panose="020B0502040204020203" pitchFamily="34" charset="-34"/>
                <a:ea typeface="DM Sans Medium" pitchFamily="34" charset="-122"/>
                <a:cs typeface="Leelawadee UI" panose="020B0502040204020203" pitchFamily="34" charset="-34"/>
              </a:rPr>
              <a:t>Sustainable Commodity Systems</a:t>
            </a:r>
            <a:endParaRPr lang="en-US" sz="1150" dirty="0">
              <a:latin typeface="Leelawadee UI" panose="020B0502040204020203" pitchFamily="34" charset="-34"/>
              <a:cs typeface="Leelawadee UI" panose="020B0502040204020203" pitchFamily="34" charset="-34"/>
            </a:endParaRPr>
          </a:p>
        </p:txBody>
      </p:sp>
      <p:sp>
        <p:nvSpPr>
          <p:cNvPr id="41" name="Text 7">
            <a:extLst>
              <a:ext uri="{FF2B5EF4-FFF2-40B4-BE49-F238E27FC236}">
                <a16:creationId xmlns:a16="http://schemas.microsoft.com/office/drawing/2014/main" id="{03466685-E233-8550-9673-10A7EB7682B5}"/>
              </a:ext>
            </a:extLst>
          </p:cNvPr>
          <p:cNvSpPr/>
          <p:nvPr/>
        </p:nvSpPr>
        <p:spPr>
          <a:xfrm>
            <a:off x="6106715" y="11381035"/>
            <a:ext cx="2620268" cy="756940"/>
          </a:xfrm>
          <a:prstGeom prst="rect">
            <a:avLst/>
          </a:prstGeom>
          <a:noFill/>
          <a:ln/>
        </p:spPr>
        <p:txBody>
          <a:bodyPr wrap="square" lIns="0" tIns="0" rIns="0" bIns="0" rtlCol="0" anchor="t">
            <a:noAutofit/>
          </a:bodyPr>
          <a:lstStyle/>
          <a:p>
            <a:pPr marL="0" indent="0" algn="l">
              <a:lnSpc>
                <a:spcPct val="131000"/>
              </a:lnSpc>
              <a:buNone/>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Keterlacakan komoditas meningkat, petani mendapatkan akses pasar yang adil, dan praktik pertanian berkelanjutan meluas di tingkat lanskap.</a:t>
            </a:r>
            <a:endParaRPr lang="en-US" sz="1000" dirty="0">
              <a:latin typeface="Leelawadee UI" panose="020B0502040204020203" pitchFamily="34" charset="-34"/>
              <a:cs typeface="Leelawadee UI" panose="020B0502040204020203" pitchFamily="34" charset="-34"/>
            </a:endParaRPr>
          </a:p>
        </p:txBody>
      </p:sp>
      <p:pic>
        <p:nvPicPr>
          <p:cNvPr id="42" name="Image 3" descr="preencoded.png">
            <a:extLst>
              <a:ext uri="{FF2B5EF4-FFF2-40B4-BE49-F238E27FC236}">
                <a16:creationId xmlns:a16="http://schemas.microsoft.com/office/drawing/2014/main" id="{B3143DEE-D806-490F-850B-865DF516E762}"/>
              </a:ext>
            </a:extLst>
          </p:cNvPr>
          <p:cNvPicPr>
            <a:picLocks noChangeAspect="1"/>
          </p:cNvPicPr>
          <p:nvPr/>
        </p:nvPicPr>
        <p:blipFill>
          <a:blip>
            <a:extLst>
              <a:ext uri="{96DAC541-7B7A-43D3-8B79-37D633B846F1}">
                <asvg:svgBlip xmlns:asvg="http://schemas.microsoft.com/office/drawing/2016/SVG/main" r:embed="rId11"/>
              </a:ext>
            </a:extLst>
          </a:blip>
          <a:stretch>
            <a:fillRect/>
          </a:stretch>
        </p:blipFill>
        <p:spPr>
          <a:xfrm>
            <a:off x="579834" y="12611396"/>
            <a:ext cx="300410" cy="300410"/>
          </a:xfrm>
          <a:prstGeom prst="rect">
            <a:avLst/>
          </a:prstGeom>
        </p:spPr>
      </p:pic>
      <p:sp>
        <p:nvSpPr>
          <p:cNvPr id="43" name="Text 8">
            <a:extLst>
              <a:ext uri="{FF2B5EF4-FFF2-40B4-BE49-F238E27FC236}">
                <a16:creationId xmlns:a16="http://schemas.microsoft.com/office/drawing/2014/main" id="{70A92C5C-4E5E-40E7-9597-B105903CD6DE}"/>
              </a:ext>
            </a:extLst>
          </p:cNvPr>
          <p:cNvSpPr/>
          <p:nvPr/>
        </p:nvSpPr>
        <p:spPr>
          <a:xfrm>
            <a:off x="927931" y="12655906"/>
            <a:ext cx="1628329" cy="187747"/>
          </a:xfrm>
          <a:prstGeom prst="rect">
            <a:avLst/>
          </a:prstGeom>
          <a:noFill/>
          <a:ln/>
        </p:spPr>
        <p:txBody>
          <a:bodyPr wrap="none" lIns="0" tIns="0" rIns="0" bIns="0" rtlCol="0" anchor="t"/>
          <a:lstStyle/>
          <a:p>
            <a:pPr marL="0" indent="0" algn="l">
              <a:lnSpc>
                <a:spcPct val="104000"/>
              </a:lnSpc>
              <a:buNone/>
            </a:pPr>
            <a:r>
              <a:rPr lang="en-US" sz="1150" dirty="0">
                <a:solidFill>
                  <a:srgbClr val="161613"/>
                </a:solidFill>
                <a:latin typeface="Leelawadee UI" panose="020B0502040204020203" pitchFamily="34" charset="-34"/>
                <a:ea typeface="DM Sans Medium" pitchFamily="34" charset="-122"/>
                <a:cs typeface="Leelawadee UI" panose="020B0502040204020203" pitchFamily="34" charset="-34"/>
              </a:rPr>
              <a:t>Landscape Intelligence</a:t>
            </a:r>
            <a:endParaRPr lang="en-US" sz="1150" dirty="0">
              <a:latin typeface="Leelawadee UI" panose="020B0502040204020203" pitchFamily="34" charset="-34"/>
              <a:cs typeface="Leelawadee UI" panose="020B0502040204020203" pitchFamily="34" charset="-34"/>
            </a:endParaRPr>
          </a:p>
        </p:txBody>
      </p:sp>
      <p:sp>
        <p:nvSpPr>
          <p:cNvPr id="44" name="Text 9">
            <a:extLst>
              <a:ext uri="{FF2B5EF4-FFF2-40B4-BE49-F238E27FC236}">
                <a16:creationId xmlns:a16="http://schemas.microsoft.com/office/drawing/2014/main" id="{57354BC6-CC8E-C9FF-D9C9-98F084C23E6D}"/>
              </a:ext>
            </a:extLst>
          </p:cNvPr>
          <p:cNvSpPr/>
          <p:nvPr/>
        </p:nvSpPr>
        <p:spPr>
          <a:xfrm>
            <a:off x="569516" y="12977553"/>
            <a:ext cx="2620268" cy="756940"/>
          </a:xfrm>
          <a:prstGeom prst="rect">
            <a:avLst/>
          </a:prstGeom>
          <a:noFill/>
          <a:ln/>
        </p:spPr>
        <p:txBody>
          <a:bodyPr wrap="square" lIns="0" tIns="0" rIns="0" bIns="0" rtlCol="0" anchor="t">
            <a:noAutofit/>
          </a:bodyPr>
          <a:lstStyle/>
          <a:p>
            <a:pPr marL="0" indent="0" algn="l">
              <a:lnSpc>
                <a:spcPct val="131000"/>
              </a:lnSpc>
              <a:buNone/>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Data lanskap digunakan secara aktif, inovasi digital mendukung pengambilan keputusan berbasis bukti oleh para pemangku kepentingan.</a:t>
            </a:r>
            <a:endParaRPr lang="en-US" sz="1000" dirty="0">
              <a:latin typeface="Leelawadee UI" panose="020B0502040204020203" pitchFamily="34" charset="-34"/>
              <a:cs typeface="Leelawadee UI" panose="020B0502040204020203" pitchFamily="34" charset="-34"/>
            </a:endParaRPr>
          </a:p>
        </p:txBody>
      </p:sp>
      <p:pic>
        <p:nvPicPr>
          <p:cNvPr id="45" name="Image 4" descr="preencoded.png">
            <a:extLst>
              <a:ext uri="{FF2B5EF4-FFF2-40B4-BE49-F238E27FC236}">
                <a16:creationId xmlns:a16="http://schemas.microsoft.com/office/drawing/2014/main" id="{54DCA8BE-56A1-332B-DEFC-BCF14E0E5E9D}"/>
              </a:ext>
            </a:extLst>
          </p:cNvPr>
          <p:cNvPicPr>
            <a:picLocks noChangeAspect="1"/>
          </p:cNvPicPr>
          <p:nvPr/>
        </p:nvPicPr>
        <p:blipFill>
          <a:blip>
            <a:extLst>
              <a:ext uri="{96DAC541-7B7A-43D3-8B79-37D633B846F1}">
                <asvg:svgBlip xmlns:asvg="http://schemas.microsoft.com/office/drawing/2016/SVG/main" r:embed="rId12"/>
              </a:ext>
            </a:extLst>
          </a:blip>
          <a:stretch>
            <a:fillRect/>
          </a:stretch>
        </p:blipFill>
        <p:spPr>
          <a:xfrm>
            <a:off x="3345581" y="12611396"/>
            <a:ext cx="300410" cy="300410"/>
          </a:xfrm>
          <a:prstGeom prst="rect">
            <a:avLst/>
          </a:prstGeom>
        </p:spPr>
      </p:pic>
      <p:sp>
        <p:nvSpPr>
          <p:cNvPr id="46" name="Text 10">
            <a:extLst>
              <a:ext uri="{FF2B5EF4-FFF2-40B4-BE49-F238E27FC236}">
                <a16:creationId xmlns:a16="http://schemas.microsoft.com/office/drawing/2014/main" id="{D2875F97-C57D-8E19-8877-26D15BC59CBB}"/>
              </a:ext>
            </a:extLst>
          </p:cNvPr>
          <p:cNvSpPr/>
          <p:nvPr/>
        </p:nvSpPr>
        <p:spPr>
          <a:xfrm>
            <a:off x="3748708" y="12655906"/>
            <a:ext cx="1836762" cy="187747"/>
          </a:xfrm>
          <a:prstGeom prst="rect">
            <a:avLst/>
          </a:prstGeom>
          <a:noFill/>
          <a:ln/>
        </p:spPr>
        <p:txBody>
          <a:bodyPr wrap="none" lIns="0" tIns="0" rIns="0" bIns="0" rtlCol="0" anchor="t"/>
          <a:lstStyle/>
          <a:p>
            <a:pPr marL="0" indent="0" algn="l">
              <a:lnSpc>
                <a:spcPct val="104000"/>
              </a:lnSpc>
              <a:buNone/>
            </a:pPr>
            <a:r>
              <a:rPr lang="en-US" sz="1150" dirty="0">
                <a:solidFill>
                  <a:srgbClr val="161613"/>
                </a:solidFill>
                <a:latin typeface="Leelawadee UI" panose="020B0502040204020203" pitchFamily="34" charset="-34"/>
                <a:ea typeface="DM Sans Medium" pitchFamily="34" charset="-122"/>
                <a:cs typeface="Leelawadee UI" panose="020B0502040204020203" pitchFamily="34" charset="-34"/>
              </a:rPr>
              <a:t>Institutional Sustainability</a:t>
            </a:r>
            <a:endParaRPr lang="en-US" sz="1150" dirty="0">
              <a:latin typeface="Leelawadee UI" panose="020B0502040204020203" pitchFamily="34" charset="-34"/>
              <a:cs typeface="Leelawadee UI" panose="020B0502040204020203" pitchFamily="34" charset="-34"/>
            </a:endParaRPr>
          </a:p>
        </p:txBody>
      </p:sp>
      <p:sp>
        <p:nvSpPr>
          <p:cNvPr id="47" name="Text 11">
            <a:extLst>
              <a:ext uri="{FF2B5EF4-FFF2-40B4-BE49-F238E27FC236}">
                <a16:creationId xmlns:a16="http://schemas.microsoft.com/office/drawing/2014/main" id="{3C3D6F4A-F9A4-F5D5-AC13-7BB9FB7E956B}"/>
              </a:ext>
            </a:extLst>
          </p:cNvPr>
          <p:cNvSpPr/>
          <p:nvPr/>
        </p:nvSpPr>
        <p:spPr>
          <a:xfrm>
            <a:off x="3335263" y="12977553"/>
            <a:ext cx="2620268" cy="756940"/>
          </a:xfrm>
          <a:prstGeom prst="rect">
            <a:avLst/>
          </a:prstGeom>
          <a:noFill/>
          <a:ln/>
        </p:spPr>
        <p:txBody>
          <a:bodyPr wrap="square" lIns="0" tIns="0" rIns="0" bIns="0" rtlCol="0" anchor="t">
            <a:normAutofit lnSpcReduction="10000"/>
          </a:bodyPr>
          <a:lstStyle/>
          <a:p>
            <a:pPr marL="0" indent="0" algn="l">
              <a:lnSpc>
                <a:spcPct val="131000"/>
              </a:lnSpc>
              <a:buNone/>
            </a:pPr>
            <a:r>
              <a:rPr lang="en-US" sz="1000" dirty="0">
                <a:solidFill>
                  <a:srgbClr val="161613"/>
                </a:solidFill>
                <a:latin typeface="Leelawadee UI" panose="020B0502040204020203" pitchFamily="34" charset="-34"/>
                <a:ea typeface="Inter" pitchFamily="34" charset="-122"/>
                <a:cs typeface="Leelawadee UI" panose="020B0502040204020203" pitchFamily="34" charset="-34"/>
              </a:rPr>
              <a:t>Kapasitas organisasi menguat, kemitraan strategis berkembang, dan sumber pendanaan semakin beragam untuk keberlanjutan jangka panjang.</a:t>
            </a:r>
            <a:endParaRPr lang="en-US" sz="1000" dirty="0">
              <a:latin typeface="Leelawadee UI" panose="020B0502040204020203" pitchFamily="34" charset="-34"/>
              <a:cs typeface="Leelawadee UI" panose="020B0502040204020203" pitchFamily="34" charset="-34"/>
            </a:endParaRPr>
          </a:p>
        </p:txBody>
      </p:sp>
      <p:sp>
        <p:nvSpPr>
          <p:cNvPr id="48" name="Text 0">
            <a:extLst>
              <a:ext uri="{FF2B5EF4-FFF2-40B4-BE49-F238E27FC236}">
                <a16:creationId xmlns:a16="http://schemas.microsoft.com/office/drawing/2014/main" id="{5F8AEE7C-7641-27D4-A4F8-CE755936C931}"/>
              </a:ext>
            </a:extLst>
          </p:cNvPr>
          <p:cNvSpPr/>
          <p:nvPr/>
        </p:nvSpPr>
        <p:spPr>
          <a:xfrm>
            <a:off x="2288529" y="14151036"/>
            <a:ext cx="4095601" cy="308893"/>
          </a:xfrm>
          <a:prstGeom prst="rect">
            <a:avLst/>
          </a:prstGeom>
          <a:noFill/>
          <a:ln/>
        </p:spPr>
        <p:txBody>
          <a:bodyPr wrap="none" lIns="0" tIns="0" rIns="0" bIns="0" rtlCol="0" anchor="t"/>
          <a:lstStyle/>
          <a:p>
            <a:pPr marL="0" indent="0" algn="ctr">
              <a:lnSpc>
                <a:spcPct val="104000"/>
              </a:lnSpc>
              <a:buNone/>
            </a:pPr>
            <a:r>
              <a:rPr lang="en-US" sz="1900" dirty="0">
                <a:solidFill>
                  <a:srgbClr val="161613"/>
                </a:solidFill>
                <a:latin typeface="Leelawadee UI" panose="020B0502040204020203" pitchFamily="34" charset="-34"/>
                <a:ea typeface="DM Sans Medium" pitchFamily="34" charset="-122"/>
                <a:cs typeface="Leelawadee UI" panose="020B0502040204020203" pitchFamily="34" charset="-34"/>
              </a:rPr>
              <a:t>Kisah Perubahan dari Lapangan</a:t>
            </a:r>
            <a:endParaRPr lang="en-US" sz="1900" dirty="0">
              <a:latin typeface="Leelawadee UI" panose="020B0502040204020203" pitchFamily="34" charset="-34"/>
              <a:cs typeface="Leelawadee UI" panose="020B0502040204020203" pitchFamily="34" charset="-34"/>
            </a:endParaRPr>
          </a:p>
        </p:txBody>
      </p:sp>
      <p:sp>
        <p:nvSpPr>
          <p:cNvPr id="49" name="Text 1">
            <a:extLst>
              <a:ext uri="{FF2B5EF4-FFF2-40B4-BE49-F238E27FC236}">
                <a16:creationId xmlns:a16="http://schemas.microsoft.com/office/drawing/2014/main" id="{74A0DF93-899A-0BBA-1D6A-F2026B55644B}"/>
              </a:ext>
            </a:extLst>
          </p:cNvPr>
          <p:cNvSpPr/>
          <p:nvPr/>
        </p:nvSpPr>
        <p:spPr>
          <a:xfrm>
            <a:off x="492359" y="14632359"/>
            <a:ext cx="7794947" cy="641226"/>
          </a:xfrm>
          <a:prstGeom prst="rect">
            <a:avLst/>
          </a:prstGeom>
          <a:noFill/>
          <a:ln/>
        </p:spPr>
        <p:txBody>
          <a:bodyPr wrap="square" lIns="0" tIns="0" rIns="0" bIns="0" rtlCol="0" anchor="t">
            <a:normAutofit/>
          </a:bodyPr>
          <a:lstStyle/>
          <a:p>
            <a:pPr marL="0" indent="0" algn="ctr">
              <a:lnSpc>
                <a:spcPct val="120000"/>
              </a:lnSpc>
              <a:buNone/>
            </a:pPr>
            <a:r>
              <a:rPr lang="en-US" sz="1050" dirty="0">
                <a:solidFill>
                  <a:srgbClr val="161613"/>
                </a:solidFill>
                <a:latin typeface="Leelawadee UI" panose="020B0502040204020203" pitchFamily="34" charset="-34"/>
                <a:ea typeface="Inter" pitchFamily="34" charset="-122"/>
                <a:cs typeface="Leelawadee UI" panose="020B0502040204020203" pitchFamily="34" charset="-34"/>
              </a:rPr>
              <a:t>Di balik setiap angka, ada cerita perubahan nyata yang dialami oleh masyarakat, kelembagaan, dan lanskap. YNKI mendokumentasikan perubahan-perubahan ini melalui metode </a:t>
            </a:r>
            <a:r>
              <a:rPr lang="en-US" sz="1050" b="1" dirty="0">
                <a:solidFill>
                  <a:srgbClr val="161613"/>
                </a:solidFill>
                <a:latin typeface="Leelawadee UI" panose="020B0502040204020203" pitchFamily="34" charset="-34"/>
                <a:ea typeface="Inter" pitchFamily="34" charset="-122"/>
                <a:cs typeface="Leelawadee UI" panose="020B0502040204020203" pitchFamily="34" charset="-34"/>
              </a:rPr>
              <a:t>Outcome Harvesting</a:t>
            </a:r>
            <a:r>
              <a:rPr lang="en-US" sz="1050" dirty="0">
                <a:solidFill>
                  <a:srgbClr val="161613"/>
                </a:solidFill>
                <a:latin typeface="Leelawadee UI" panose="020B0502040204020203" pitchFamily="34" charset="-34"/>
                <a:ea typeface="Inter" pitchFamily="34" charset="-122"/>
                <a:cs typeface="Leelawadee UI" panose="020B0502040204020203" pitchFamily="34" charset="-34"/>
              </a:rPr>
              <a:t> dan </a:t>
            </a:r>
            <a:r>
              <a:rPr lang="en-US" sz="1050" b="1" dirty="0">
                <a:solidFill>
                  <a:srgbClr val="161613"/>
                </a:solidFill>
                <a:latin typeface="Leelawadee UI" panose="020B0502040204020203" pitchFamily="34" charset="-34"/>
                <a:ea typeface="Inter" pitchFamily="34" charset="-122"/>
                <a:cs typeface="Leelawadee UI" panose="020B0502040204020203" pitchFamily="34" charset="-34"/>
              </a:rPr>
              <a:t>Most Significant Change</a:t>
            </a:r>
            <a:r>
              <a:rPr lang="en-US" sz="1050" dirty="0">
                <a:solidFill>
                  <a:srgbClr val="161613"/>
                </a:solidFill>
                <a:latin typeface="Leelawadee UI" panose="020B0502040204020203" pitchFamily="34" charset="-34"/>
                <a:ea typeface="Inter" pitchFamily="34" charset="-122"/>
                <a:cs typeface="Leelawadee UI" panose="020B0502040204020203" pitchFamily="34" charset="-34"/>
              </a:rPr>
              <a:t>—bagian dari sistem MEL kami yang terus berkembang.</a:t>
            </a:r>
            <a:endParaRPr lang="en-US" sz="1050" dirty="0">
              <a:latin typeface="Leelawadee UI" panose="020B0502040204020203" pitchFamily="34" charset="-34"/>
              <a:cs typeface="Leelawadee UI" panose="020B0502040204020203" pitchFamily="34" charset="-34"/>
            </a:endParaRPr>
          </a:p>
        </p:txBody>
      </p:sp>
      <p:pic>
        <p:nvPicPr>
          <p:cNvPr id="50" name="Image 0" descr="preencoded.png">
            <a:extLst>
              <a:ext uri="{FF2B5EF4-FFF2-40B4-BE49-F238E27FC236}">
                <a16:creationId xmlns:a16="http://schemas.microsoft.com/office/drawing/2014/main" id="{36469D19-AF35-5DF7-397B-EF6A824B0D32}"/>
              </a:ext>
            </a:extLst>
          </p:cNvPr>
          <p:cNvPicPr>
            <a:picLocks noChangeAspect="1"/>
          </p:cNvPicPr>
          <p:nvPr/>
        </p:nvPicPr>
        <p:blipFill>
          <a:blip r:embed="rId13"/>
          <a:stretch>
            <a:fillRect/>
          </a:stretch>
        </p:blipFill>
        <p:spPr>
          <a:xfrm>
            <a:off x="492359" y="15362136"/>
            <a:ext cx="1823517" cy="1127001"/>
          </a:xfrm>
          <a:prstGeom prst="rect">
            <a:avLst/>
          </a:prstGeom>
        </p:spPr>
      </p:pic>
      <p:sp>
        <p:nvSpPr>
          <p:cNvPr id="51" name="Text 2">
            <a:extLst>
              <a:ext uri="{FF2B5EF4-FFF2-40B4-BE49-F238E27FC236}">
                <a16:creationId xmlns:a16="http://schemas.microsoft.com/office/drawing/2014/main" id="{FF2E0F6A-7736-C12E-9684-5971D6AE8FE1}"/>
              </a:ext>
            </a:extLst>
          </p:cNvPr>
          <p:cNvSpPr/>
          <p:nvPr/>
        </p:nvSpPr>
        <p:spPr>
          <a:xfrm>
            <a:off x="492359" y="16587587"/>
            <a:ext cx="2532683" cy="308818"/>
          </a:xfrm>
          <a:prstGeom prst="rect">
            <a:avLst/>
          </a:prstGeom>
          <a:noFill/>
          <a:ln/>
        </p:spPr>
        <p:txBody>
          <a:bodyPr wrap="square" lIns="0" tIns="0" rIns="0" bIns="0" rtlCol="0" anchor="t">
            <a:normAutofit/>
          </a:bodyPr>
          <a:lstStyle/>
          <a:p>
            <a:pPr marL="0" indent="0" algn="l">
              <a:lnSpc>
                <a:spcPct val="104000"/>
              </a:lnSpc>
              <a:buNone/>
            </a:pPr>
            <a:r>
              <a:rPr lang="en-US" sz="950" dirty="0">
                <a:solidFill>
                  <a:srgbClr val="161613"/>
                </a:solidFill>
                <a:latin typeface="Leelawadee UI" panose="020B0502040204020203" pitchFamily="34" charset="-34"/>
                <a:ea typeface="DM Sans Medium" pitchFamily="34" charset="-122"/>
                <a:cs typeface="Leelawadee UI" panose="020B0502040204020203" pitchFamily="34" charset="-34"/>
              </a:rPr>
              <a:t>Restorasi Gambut Berbasis Masyarakat di Desa Permata Jaya</a:t>
            </a:r>
            <a:endParaRPr lang="en-US" sz="950" dirty="0">
              <a:latin typeface="Leelawadee UI" panose="020B0502040204020203" pitchFamily="34" charset="-34"/>
              <a:cs typeface="Leelawadee UI" panose="020B0502040204020203" pitchFamily="34" charset="-34"/>
            </a:endParaRPr>
          </a:p>
        </p:txBody>
      </p:sp>
      <p:sp>
        <p:nvSpPr>
          <p:cNvPr id="52" name="Shape 3">
            <a:extLst>
              <a:ext uri="{FF2B5EF4-FFF2-40B4-BE49-F238E27FC236}">
                <a16:creationId xmlns:a16="http://schemas.microsoft.com/office/drawing/2014/main" id="{1F3791FF-1C78-E9C7-F567-CC8B6044423E}"/>
              </a:ext>
            </a:extLst>
          </p:cNvPr>
          <p:cNvSpPr/>
          <p:nvPr/>
        </p:nvSpPr>
        <p:spPr>
          <a:xfrm>
            <a:off x="492359" y="16937629"/>
            <a:ext cx="14288" cy="662657"/>
          </a:xfrm>
          <a:prstGeom prst="roundRect">
            <a:avLst>
              <a:gd name="adj" fmla="val 59998"/>
            </a:avLst>
          </a:prstGeom>
          <a:solidFill>
            <a:srgbClr val="28282F"/>
          </a:solidFill>
          <a:ln/>
        </p:spPr>
      </p:sp>
      <p:sp>
        <p:nvSpPr>
          <p:cNvPr id="53" name="Text 4">
            <a:extLst>
              <a:ext uri="{FF2B5EF4-FFF2-40B4-BE49-F238E27FC236}">
                <a16:creationId xmlns:a16="http://schemas.microsoft.com/office/drawing/2014/main" id="{50EBA09B-336F-947B-2169-E9659BADB316}"/>
              </a:ext>
            </a:extLst>
          </p:cNvPr>
          <p:cNvSpPr/>
          <p:nvPr/>
        </p:nvSpPr>
        <p:spPr>
          <a:xfrm>
            <a:off x="640592" y="16984882"/>
            <a:ext cx="2384450" cy="568226"/>
          </a:xfrm>
          <a:prstGeom prst="rect">
            <a:avLst/>
          </a:prstGeom>
          <a:noFill/>
          <a:ln/>
        </p:spPr>
        <p:txBody>
          <a:bodyPr wrap="square" lIns="0" tIns="0" rIns="0" bIns="0" rtlCol="0" anchor="t">
            <a:noAutofit/>
          </a:bodyPr>
          <a:lstStyle/>
          <a:p>
            <a:pPr marL="0" indent="0" algn="l">
              <a:lnSpc>
                <a:spcPct val="120000"/>
              </a:lnSpc>
              <a:buNone/>
            </a:pPr>
            <a:r>
              <a:rPr lang="en-US" sz="900" dirty="0">
                <a:solidFill>
                  <a:srgbClr val="161613"/>
                </a:solidFill>
                <a:latin typeface="Leelawadee UI" panose="020B0502040204020203" pitchFamily="34" charset="-34"/>
                <a:ea typeface="Inter" pitchFamily="34" charset="-122"/>
                <a:cs typeface="Leelawadee UI" panose="020B0502040204020203" pitchFamily="34" charset="-34"/>
              </a:rPr>
              <a:t>"Restorasi gambut bukan hanya tentang memulihkan lanskap yang rusak, tetapi juga membangun kembali hubungan harmonis antara manusia dan alam."</a:t>
            </a:r>
            <a:endParaRPr lang="en-US" sz="900" dirty="0">
              <a:latin typeface="Leelawadee UI" panose="020B0502040204020203" pitchFamily="34" charset="-34"/>
              <a:cs typeface="Leelawadee UI" panose="020B0502040204020203" pitchFamily="34" charset="-34"/>
            </a:endParaRPr>
          </a:p>
        </p:txBody>
      </p:sp>
      <p:sp>
        <p:nvSpPr>
          <p:cNvPr id="54" name="Text 5">
            <a:extLst>
              <a:ext uri="{FF2B5EF4-FFF2-40B4-BE49-F238E27FC236}">
                <a16:creationId xmlns:a16="http://schemas.microsoft.com/office/drawing/2014/main" id="{D37E6A94-3DE8-E876-558E-CB96C43D05CD}"/>
              </a:ext>
            </a:extLst>
          </p:cNvPr>
          <p:cNvSpPr/>
          <p:nvPr/>
        </p:nvSpPr>
        <p:spPr>
          <a:xfrm>
            <a:off x="492359" y="17736242"/>
            <a:ext cx="2532683" cy="852339"/>
          </a:xfrm>
          <a:prstGeom prst="rect">
            <a:avLst/>
          </a:prstGeom>
          <a:noFill/>
          <a:ln/>
        </p:spPr>
        <p:txBody>
          <a:bodyPr wrap="square" lIns="0" tIns="0" rIns="0" bIns="0" rtlCol="0" anchor="t">
            <a:noAutofit/>
          </a:bodyPr>
          <a:lstStyle/>
          <a:p>
            <a:pPr marL="0" indent="0" algn="l">
              <a:lnSpc>
                <a:spcPct val="120000"/>
              </a:lnSpc>
              <a:buNone/>
            </a:pPr>
            <a:r>
              <a:rPr lang="en-US" sz="900" dirty="0">
                <a:solidFill>
                  <a:srgbClr val="161613"/>
                </a:solidFill>
                <a:latin typeface="Leelawadee UI" panose="020B0502040204020203" pitchFamily="34" charset="-34"/>
                <a:ea typeface="Inter" pitchFamily="34" charset="-122"/>
                <a:cs typeface="Leelawadee UI" panose="020B0502040204020203" pitchFamily="34" charset="-34"/>
              </a:rPr>
              <a:t>Melalui program restorasi gambut bersama PM Haze dan LDPH Permata Jaya, YNKI memfasilitasi pembentukan Kelompok Restorasi Gambut desa. Frekuensi kebakaran lahan gambut menurun dan masyarakat merasakan manfaat langsung dari berkurangnya dampak kabut asap.</a:t>
            </a:r>
            <a:endParaRPr lang="en-US" sz="900" dirty="0">
              <a:latin typeface="Leelawadee UI" panose="020B0502040204020203" pitchFamily="34" charset="-34"/>
              <a:cs typeface="Leelawadee UI" panose="020B0502040204020203" pitchFamily="34" charset="-34"/>
            </a:endParaRPr>
          </a:p>
        </p:txBody>
      </p:sp>
      <p:pic>
        <p:nvPicPr>
          <p:cNvPr id="55" name="Image 1" descr="preencoded.png">
            <a:hlinkClick r:id="" action="ppaction://noaction"/>
            <a:extLst>
              <a:ext uri="{FF2B5EF4-FFF2-40B4-BE49-F238E27FC236}">
                <a16:creationId xmlns:a16="http://schemas.microsoft.com/office/drawing/2014/main" id="{A5347CD6-AB16-1145-5AEF-EB5A7C8FE465}"/>
              </a:ext>
            </a:extLst>
          </p:cNvPr>
          <p:cNvPicPr>
            <a:picLocks noChangeAspect="1"/>
          </p:cNvPicPr>
          <p:nvPr/>
        </p:nvPicPr>
        <p:blipFill>
          <a:blip r:embed="rId14"/>
          <a:stretch>
            <a:fillRect/>
          </a:stretch>
        </p:blipFill>
        <p:spPr>
          <a:xfrm>
            <a:off x="486310" y="18919093"/>
            <a:ext cx="1163762" cy="271835"/>
          </a:xfrm>
          <a:prstGeom prst="rect">
            <a:avLst/>
          </a:prstGeom>
        </p:spPr>
      </p:pic>
      <p:pic>
        <p:nvPicPr>
          <p:cNvPr id="56" name="Image 2" descr="preencoded.png">
            <a:extLst>
              <a:ext uri="{FF2B5EF4-FFF2-40B4-BE49-F238E27FC236}">
                <a16:creationId xmlns:a16="http://schemas.microsoft.com/office/drawing/2014/main" id="{890D8554-8C7C-DE68-ABED-8E721F5A14E2}"/>
              </a:ext>
            </a:extLst>
          </p:cNvPr>
          <p:cNvPicPr>
            <a:picLocks noChangeAspect="1"/>
          </p:cNvPicPr>
          <p:nvPr/>
        </p:nvPicPr>
        <p:blipFill>
          <a:blip r:embed="rId15"/>
          <a:stretch>
            <a:fillRect/>
          </a:stretch>
        </p:blipFill>
        <p:spPr>
          <a:xfrm>
            <a:off x="3123491" y="15362136"/>
            <a:ext cx="1823517" cy="1127001"/>
          </a:xfrm>
          <a:prstGeom prst="rect">
            <a:avLst/>
          </a:prstGeom>
        </p:spPr>
      </p:pic>
      <p:sp>
        <p:nvSpPr>
          <p:cNvPr id="57" name="Text 6">
            <a:extLst>
              <a:ext uri="{FF2B5EF4-FFF2-40B4-BE49-F238E27FC236}">
                <a16:creationId xmlns:a16="http://schemas.microsoft.com/office/drawing/2014/main" id="{2F16B81A-72D3-DAD7-91C7-499E70D9D594}"/>
              </a:ext>
            </a:extLst>
          </p:cNvPr>
          <p:cNvSpPr/>
          <p:nvPr/>
        </p:nvSpPr>
        <p:spPr>
          <a:xfrm>
            <a:off x="3123491" y="16587587"/>
            <a:ext cx="2532683" cy="308818"/>
          </a:xfrm>
          <a:prstGeom prst="rect">
            <a:avLst/>
          </a:prstGeom>
          <a:noFill/>
          <a:ln/>
        </p:spPr>
        <p:txBody>
          <a:bodyPr wrap="square" lIns="0" tIns="0" rIns="0" bIns="0" rtlCol="0" anchor="t">
            <a:normAutofit/>
          </a:bodyPr>
          <a:lstStyle/>
          <a:p>
            <a:pPr marL="0" indent="0" algn="l">
              <a:lnSpc>
                <a:spcPct val="104000"/>
              </a:lnSpc>
              <a:buNone/>
            </a:pPr>
            <a:r>
              <a:rPr lang="en-US" sz="950" dirty="0">
                <a:solidFill>
                  <a:srgbClr val="161613"/>
                </a:solidFill>
                <a:latin typeface="Leelawadee UI" panose="020B0502040204020203" pitchFamily="34" charset="-34"/>
                <a:ea typeface="DM Sans Medium" pitchFamily="34" charset="-122"/>
                <a:cs typeface="Leelawadee UI" panose="020B0502040204020203" pitchFamily="34" charset="-34"/>
              </a:rPr>
              <a:t>Youth Camp — Membangun Generasi Muda untuk Desa Berkelanjutan</a:t>
            </a:r>
            <a:endParaRPr lang="en-US" sz="950" dirty="0">
              <a:latin typeface="Leelawadee UI" panose="020B0502040204020203" pitchFamily="34" charset="-34"/>
              <a:cs typeface="Leelawadee UI" panose="020B0502040204020203" pitchFamily="34" charset="-34"/>
            </a:endParaRPr>
          </a:p>
        </p:txBody>
      </p:sp>
      <p:sp>
        <p:nvSpPr>
          <p:cNvPr id="58" name="Shape 7">
            <a:extLst>
              <a:ext uri="{FF2B5EF4-FFF2-40B4-BE49-F238E27FC236}">
                <a16:creationId xmlns:a16="http://schemas.microsoft.com/office/drawing/2014/main" id="{8C4D786E-C828-C8E4-C108-2F854F8DF74C}"/>
              </a:ext>
            </a:extLst>
          </p:cNvPr>
          <p:cNvSpPr/>
          <p:nvPr/>
        </p:nvSpPr>
        <p:spPr>
          <a:xfrm>
            <a:off x="3123491" y="16937629"/>
            <a:ext cx="14288" cy="804714"/>
          </a:xfrm>
          <a:prstGeom prst="roundRect">
            <a:avLst>
              <a:gd name="adj" fmla="val 59998"/>
            </a:avLst>
          </a:prstGeom>
          <a:solidFill>
            <a:srgbClr val="28282F"/>
          </a:solidFill>
          <a:ln/>
        </p:spPr>
      </p:sp>
      <p:sp>
        <p:nvSpPr>
          <p:cNvPr id="59" name="Text 8">
            <a:extLst>
              <a:ext uri="{FF2B5EF4-FFF2-40B4-BE49-F238E27FC236}">
                <a16:creationId xmlns:a16="http://schemas.microsoft.com/office/drawing/2014/main" id="{802D3890-27F6-154F-22AC-189213B228FC}"/>
              </a:ext>
            </a:extLst>
          </p:cNvPr>
          <p:cNvSpPr/>
          <p:nvPr/>
        </p:nvSpPr>
        <p:spPr>
          <a:xfrm>
            <a:off x="3271724" y="16984882"/>
            <a:ext cx="2384450" cy="710282"/>
          </a:xfrm>
          <a:prstGeom prst="rect">
            <a:avLst/>
          </a:prstGeom>
          <a:noFill/>
          <a:ln/>
        </p:spPr>
        <p:txBody>
          <a:bodyPr wrap="square" lIns="0" tIns="0" rIns="0" bIns="0" rtlCol="0" anchor="t">
            <a:noAutofit/>
          </a:bodyPr>
          <a:lstStyle/>
          <a:p>
            <a:pPr marL="0" indent="0" algn="l">
              <a:lnSpc>
                <a:spcPct val="120000"/>
              </a:lnSpc>
              <a:buNone/>
            </a:pPr>
            <a:r>
              <a:rPr lang="en-US" sz="900" dirty="0">
                <a:solidFill>
                  <a:srgbClr val="161613"/>
                </a:solidFill>
                <a:latin typeface="Leelawadee UI" panose="020B0502040204020203" pitchFamily="34" charset="-34"/>
                <a:ea typeface="Inter" pitchFamily="34" charset="-122"/>
                <a:cs typeface="Leelawadee UI" panose="020B0502040204020203" pitchFamily="34" charset="-34"/>
              </a:rPr>
              <a:t>"Pelatihan ini penting dalam meningkatkan kesadaran dan kapasitas masyarakat lokal, khususnya anak muda dalam berkontribusi pada konservasi hutan dan pembangunan desa yang berkelanjutan."</a:t>
            </a:r>
            <a:endParaRPr lang="en-US" sz="900" dirty="0">
              <a:latin typeface="Leelawadee UI" panose="020B0502040204020203" pitchFamily="34" charset="-34"/>
              <a:cs typeface="Leelawadee UI" panose="020B0502040204020203" pitchFamily="34" charset="-34"/>
            </a:endParaRPr>
          </a:p>
        </p:txBody>
      </p:sp>
      <p:sp>
        <p:nvSpPr>
          <p:cNvPr id="60" name="Text 9">
            <a:extLst>
              <a:ext uri="{FF2B5EF4-FFF2-40B4-BE49-F238E27FC236}">
                <a16:creationId xmlns:a16="http://schemas.microsoft.com/office/drawing/2014/main" id="{1359A2A0-6F85-E406-8596-591FAC47B1D3}"/>
              </a:ext>
            </a:extLst>
          </p:cNvPr>
          <p:cNvSpPr/>
          <p:nvPr/>
        </p:nvSpPr>
        <p:spPr>
          <a:xfrm>
            <a:off x="3123491" y="17878299"/>
            <a:ext cx="2532683" cy="710282"/>
          </a:xfrm>
          <a:prstGeom prst="rect">
            <a:avLst/>
          </a:prstGeom>
          <a:noFill/>
          <a:ln/>
        </p:spPr>
        <p:txBody>
          <a:bodyPr wrap="square" lIns="0" tIns="0" rIns="0" bIns="0" rtlCol="0" anchor="t">
            <a:noAutofit/>
          </a:bodyPr>
          <a:lstStyle/>
          <a:p>
            <a:pPr marL="0" indent="0" algn="l">
              <a:lnSpc>
                <a:spcPct val="120000"/>
              </a:lnSpc>
              <a:buNone/>
            </a:pPr>
            <a:r>
              <a:rPr lang="en-US" sz="900" dirty="0">
                <a:solidFill>
                  <a:srgbClr val="161613"/>
                </a:solidFill>
                <a:latin typeface="Leelawadee UI" panose="020B0502040204020203" pitchFamily="34" charset="-34"/>
                <a:ea typeface="Inter" pitchFamily="34" charset="-122"/>
                <a:cs typeface="Leelawadee UI" panose="020B0502040204020203" pitchFamily="34" charset="-34"/>
              </a:rPr>
              <a:t>YNKI menggelar Youth Camp yang melibatkan 30 anak muda dari tiga desa di Kecamatan Muara Pawan. Selama tiga hari, peserta dibekali pelatihan kapasitas untuk menjadi agen perubahan di desanya masing-masing.</a:t>
            </a:r>
            <a:endParaRPr lang="en-US" sz="900" dirty="0">
              <a:latin typeface="Leelawadee UI" panose="020B0502040204020203" pitchFamily="34" charset="-34"/>
              <a:cs typeface="Leelawadee UI" panose="020B0502040204020203" pitchFamily="34" charset="-34"/>
            </a:endParaRPr>
          </a:p>
        </p:txBody>
      </p:sp>
      <p:pic>
        <p:nvPicPr>
          <p:cNvPr id="61" name="Image 3" descr="preencoded.png">
            <a:hlinkClick r:id="" action="ppaction://noaction"/>
            <a:extLst>
              <a:ext uri="{FF2B5EF4-FFF2-40B4-BE49-F238E27FC236}">
                <a16:creationId xmlns:a16="http://schemas.microsoft.com/office/drawing/2014/main" id="{589C5012-1876-3E81-D642-E85A6E973478}"/>
              </a:ext>
            </a:extLst>
          </p:cNvPr>
          <p:cNvPicPr>
            <a:picLocks noChangeAspect="1"/>
          </p:cNvPicPr>
          <p:nvPr/>
        </p:nvPicPr>
        <p:blipFill>
          <a:blip r:embed="rId14"/>
          <a:stretch>
            <a:fillRect/>
          </a:stretch>
        </p:blipFill>
        <p:spPr>
          <a:xfrm>
            <a:off x="3117442" y="18919093"/>
            <a:ext cx="1163762" cy="271835"/>
          </a:xfrm>
          <a:prstGeom prst="rect">
            <a:avLst/>
          </a:prstGeom>
        </p:spPr>
      </p:pic>
      <p:pic>
        <p:nvPicPr>
          <p:cNvPr id="62" name="Image 4" descr="preencoded.png">
            <a:extLst>
              <a:ext uri="{FF2B5EF4-FFF2-40B4-BE49-F238E27FC236}">
                <a16:creationId xmlns:a16="http://schemas.microsoft.com/office/drawing/2014/main" id="{A692B6A5-3194-5780-39BC-48FF17C9E5BB}"/>
              </a:ext>
            </a:extLst>
          </p:cNvPr>
          <p:cNvPicPr>
            <a:picLocks noChangeAspect="1"/>
          </p:cNvPicPr>
          <p:nvPr/>
        </p:nvPicPr>
        <p:blipFill>
          <a:blip r:embed="rId16"/>
          <a:stretch>
            <a:fillRect/>
          </a:stretch>
        </p:blipFill>
        <p:spPr>
          <a:xfrm>
            <a:off x="5754624" y="15362136"/>
            <a:ext cx="1823517" cy="1127001"/>
          </a:xfrm>
          <a:prstGeom prst="rect">
            <a:avLst/>
          </a:prstGeom>
        </p:spPr>
      </p:pic>
      <p:sp>
        <p:nvSpPr>
          <p:cNvPr id="63" name="Text 10">
            <a:extLst>
              <a:ext uri="{FF2B5EF4-FFF2-40B4-BE49-F238E27FC236}">
                <a16:creationId xmlns:a16="http://schemas.microsoft.com/office/drawing/2014/main" id="{983AA1FD-D7A8-09F8-39C7-422B366788BB}"/>
              </a:ext>
            </a:extLst>
          </p:cNvPr>
          <p:cNvSpPr/>
          <p:nvPr/>
        </p:nvSpPr>
        <p:spPr>
          <a:xfrm>
            <a:off x="5754624" y="16587587"/>
            <a:ext cx="2532683" cy="308818"/>
          </a:xfrm>
          <a:prstGeom prst="rect">
            <a:avLst/>
          </a:prstGeom>
          <a:noFill/>
          <a:ln/>
        </p:spPr>
        <p:txBody>
          <a:bodyPr wrap="square" lIns="0" tIns="0" rIns="0" bIns="0" rtlCol="0" anchor="t">
            <a:normAutofit/>
          </a:bodyPr>
          <a:lstStyle/>
          <a:p>
            <a:pPr marL="0" indent="0" algn="l">
              <a:lnSpc>
                <a:spcPct val="104000"/>
              </a:lnSpc>
              <a:buNone/>
            </a:pPr>
            <a:r>
              <a:rPr lang="en-US" sz="950" dirty="0">
                <a:solidFill>
                  <a:srgbClr val="161613"/>
                </a:solidFill>
                <a:latin typeface="Leelawadee UI" panose="020B0502040204020203" pitchFamily="34" charset="-34"/>
                <a:ea typeface="DM Sans Medium" pitchFamily="34" charset="-122"/>
                <a:cs typeface="Leelawadee UI" panose="020B0502040204020203" pitchFamily="34" charset="-34"/>
              </a:rPr>
              <a:t>Kolaborasi Restorasi Gambut — Penanaman Pohon Bersama</a:t>
            </a:r>
            <a:endParaRPr lang="en-US" sz="950" dirty="0">
              <a:latin typeface="Leelawadee UI" panose="020B0502040204020203" pitchFamily="34" charset="-34"/>
              <a:cs typeface="Leelawadee UI" panose="020B0502040204020203" pitchFamily="34" charset="-34"/>
            </a:endParaRPr>
          </a:p>
        </p:txBody>
      </p:sp>
      <p:sp>
        <p:nvSpPr>
          <p:cNvPr id="64" name="Shape 11">
            <a:extLst>
              <a:ext uri="{FF2B5EF4-FFF2-40B4-BE49-F238E27FC236}">
                <a16:creationId xmlns:a16="http://schemas.microsoft.com/office/drawing/2014/main" id="{7F657318-7665-169C-21EA-AEF4FC1E6186}"/>
              </a:ext>
            </a:extLst>
          </p:cNvPr>
          <p:cNvSpPr/>
          <p:nvPr/>
        </p:nvSpPr>
        <p:spPr>
          <a:xfrm>
            <a:off x="5754624" y="16937629"/>
            <a:ext cx="14288" cy="520601"/>
          </a:xfrm>
          <a:prstGeom prst="roundRect">
            <a:avLst>
              <a:gd name="adj" fmla="val 59998"/>
            </a:avLst>
          </a:prstGeom>
          <a:solidFill>
            <a:srgbClr val="28282F"/>
          </a:solidFill>
          <a:ln/>
        </p:spPr>
      </p:sp>
      <p:sp>
        <p:nvSpPr>
          <p:cNvPr id="65" name="Text 12">
            <a:extLst>
              <a:ext uri="{FF2B5EF4-FFF2-40B4-BE49-F238E27FC236}">
                <a16:creationId xmlns:a16="http://schemas.microsoft.com/office/drawing/2014/main" id="{9667CE38-A616-4316-1A5D-573EA3D79684}"/>
              </a:ext>
            </a:extLst>
          </p:cNvPr>
          <p:cNvSpPr/>
          <p:nvPr/>
        </p:nvSpPr>
        <p:spPr>
          <a:xfrm>
            <a:off x="5902857" y="16984882"/>
            <a:ext cx="2384450" cy="426169"/>
          </a:xfrm>
          <a:prstGeom prst="rect">
            <a:avLst/>
          </a:prstGeom>
          <a:noFill/>
          <a:ln/>
        </p:spPr>
        <p:txBody>
          <a:bodyPr wrap="square" lIns="0" tIns="0" rIns="0" bIns="0" rtlCol="0" anchor="t">
            <a:noAutofit/>
          </a:bodyPr>
          <a:lstStyle/>
          <a:p>
            <a:pPr marL="0" indent="0" algn="l">
              <a:lnSpc>
                <a:spcPct val="120000"/>
              </a:lnSpc>
              <a:buNone/>
            </a:pPr>
            <a:r>
              <a:rPr lang="en-US" sz="900" dirty="0">
                <a:solidFill>
                  <a:srgbClr val="161613"/>
                </a:solidFill>
                <a:latin typeface="Leelawadee UI" panose="020B0502040204020203" pitchFamily="34" charset="-34"/>
                <a:ea typeface="Inter" pitchFamily="34" charset="-122"/>
                <a:cs typeface="Leelawadee UI" panose="020B0502040204020203" pitchFamily="34" charset="-34"/>
              </a:rPr>
              <a:t>"Ekosistem gambut yang sehat selain menanam pohon juga dengan membuat kanal bloking untuk mengembalikan pola aliran air yang alami."</a:t>
            </a:r>
            <a:endParaRPr lang="en-US" sz="900" dirty="0">
              <a:latin typeface="Leelawadee UI" panose="020B0502040204020203" pitchFamily="34" charset="-34"/>
              <a:cs typeface="Leelawadee UI" panose="020B0502040204020203" pitchFamily="34" charset="-34"/>
            </a:endParaRPr>
          </a:p>
        </p:txBody>
      </p:sp>
      <p:sp>
        <p:nvSpPr>
          <p:cNvPr id="66" name="Text 13">
            <a:extLst>
              <a:ext uri="{FF2B5EF4-FFF2-40B4-BE49-F238E27FC236}">
                <a16:creationId xmlns:a16="http://schemas.microsoft.com/office/drawing/2014/main" id="{B2F8E68C-00FA-6528-4DB6-43C0EC559835}"/>
              </a:ext>
            </a:extLst>
          </p:cNvPr>
          <p:cNvSpPr/>
          <p:nvPr/>
        </p:nvSpPr>
        <p:spPr>
          <a:xfrm>
            <a:off x="5771748" y="17803090"/>
            <a:ext cx="2532683" cy="568226"/>
          </a:xfrm>
          <a:prstGeom prst="rect">
            <a:avLst/>
          </a:prstGeom>
          <a:noFill/>
          <a:ln/>
        </p:spPr>
        <p:txBody>
          <a:bodyPr wrap="square" lIns="0" tIns="0" rIns="0" bIns="0" rtlCol="0" anchor="t">
            <a:normAutofit fontScale="92500" lnSpcReduction="10000"/>
          </a:bodyPr>
          <a:lstStyle/>
          <a:p>
            <a:pPr marL="0" indent="0" algn="l">
              <a:lnSpc>
                <a:spcPct val="120000"/>
              </a:lnSpc>
              <a:buNone/>
            </a:pPr>
            <a:r>
              <a:rPr lang="en-US" sz="900" dirty="0">
                <a:solidFill>
                  <a:srgbClr val="161613"/>
                </a:solidFill>
                <a:latin typeface="Leelawadee UI" panose="020B0502040204020203" pitchFamily="34" charset="-34"/>
                <a:ea typeface="Inter" pitchFamily="34" charset="-122"/>
                <a:cs typeface="Leelawadee UI" panose="020B0502040204020203" pitchFamily="34" charset="-34"/>
              </a:rPr>
              <a:t>YNKI bersama PM Haze dan LDPH Permata Jaya menanam 50 bibit pohon lokal dalam peringatan Hari Lingkungan Hidup Sedunia, melibatkan BKSDA KalBar, Dinas Lingkungan Hidup, masyarakat, dan pelajar.</a:t>
            </a:r>
            <a:endParaRPr lang="en-US" sz="900" dirty="0">
              <a:latin typeface="Leelawadee UI" panose="020B0502040204020203" pitchFamily="34" charset="-34"/>
              <a:cs typeface="Leelawadee UI" panose="020B0502040204020203" pitchFamily="34" charset="-34"/>
            </a:endParaRPr>
          </a:p>
        </p:txBody>
      </p:sp>
      <p:pic>
        <p:nvPicPr>
          <p:cNvPr id="67" name="Image 5" descr="preencoded.png">
            <a:hlinkClick r:id="" action="ppaction://noaction"/>
            <a:extLst>
              <a:ext uri="{FF2B5EF4-FFF2-40B4-BE49-F238E27FC236}">
                <a16:creationId xmlns:a16="http://schemas.microsoft.com/office/drawing/2014/main" id="{2446C14D-8FB8-3AF7-E3CA-0684BE47017D}"/>
              </a:ext>
            </a:extLst>
          </p:cNvPr>
          <p:cNvPicPr>
            <a:picLocks noChangeAspect="1"/>
          </p:cNvPicPr>
          <p:nvPr/>
        </p:nvPicPr>
        <p:blipFill>
          <a:blip r:embed="rId14"/>
          <a:stretch>
            <a:fillRect/>
          </a:stretch>
        </p:blipFill>
        <p:spPr>
          <a:xfrm>
            <a:off x="5748575" y="18492923"/>
            <a:ext cx="1163762" cy="271835"/>
          </a:xfrm>
          <a:prstGeom prst="rect">
            <a:avLst/>
          </a:prstGeom>
        </p:spPr>
      </p:pic>
      <p:sp>
        <p:nvSpPr>
          <p:cNvPr id="68" name="Text 0">
            <a:extLst>
              <a:ext uri="{FF2B5EF4-FFF2-40B4-BE49-F238E27FC236}">
                <a16:creationId xmlns:a16="http://schemas.microsoft.com/office/drawing/2014/main" id="{6D967477-667B-F427-9D5F-A658E587C048}"/>
              </a:ext>
            </a:extLst>
          </p:cNvPr>
          <p:cNvSpPr/>
          <p:nvPr/>
        </p:nvSpPr>
        <p:spPr>
          <a:xfrm>
            <a:off x="509363" y="19354117"/>
            <a:ext cx="3558332" cy="387548"/>
          </a:xfrm>
          <a:prstGeom prst="rect">
            <a:avLst/>
          </a:prstGeom>
          <a:noFill/>
          <a:ln/>
        </p:spPr>
        <p:txBody>
          <a:bodyPr wrap="none" lIns="0" tIns="0" rIns="0" bIns="0" rtlCol="0" anchor="t"/>
          <a:lstStyle/>
          <a:p>
            <a:pPr marL="0" indent="0" algn="l">
              <a:lnSpc>
                <a:spcPct val="104000"/>
              </a:lnSpc>
              <a:buNone/>
            </a:pPr>
            <a:r>
              <a:rPr lang="en-US" sz="2400" dirty="0">
                <a:solidFill>
                  <a:srgbClr val="161613"/>
                </a:solidFill>
                <a:latin typeface="Leelawadee UI" panose="020B0502040204020203" pitchFamily="34" charset="-34"/>
                <a:ea typeface="DM Sans Medium" pitchFamily="34" charset="-122"/>
                <a:cs typeface="Leelawadee UI" panose="020B0502040204020203" pitchFamily="34" charset="-34"/>
              </a:rPr>
              <a:t>Liputan Media</a:t>
            </a:r>
            <a:endParaRPr lang="en-US" sz="2400" dirty="0">
              <a:latin typeface="Leelawadee UI" panose="020B0502040204020203" pitchFamily="34" charset="-34"/>
              <a:cs typeface="Leelawadee UI" panose="020B0502040204020203" pitchFamily="34" charset="-34"/>
            </a:endParaRPr>
          </a:p>
        </p:txBody>
      </p:sp>
      <p:sp>
        <p:nvSpPr>
          <p:cNvPr id="69" name="Text 1">
            <a:extLst>
              <a:ext uri="{FF2B5EF4-FFF2-40B4-BE49-F238E27FC236}">
                <a16:creationId xmlns:a16="http://schemas.microsoft.com/office/drawing/2014/main" id="{F13BB5BD-DF9E-476D-2B22-91C67EC6F64C}"/>
              </a:ext>
            </a:extLst>
          </p:cNvPr>
          <p:cNvSpPr/>
          <p:nvPr/>
        </p:nvSpPr>
        <p:spPr>
          <a:xfrm>
            <a:off x="509363" y="19825605"/>
            <a:ext cx="8151763" cy="561007"/>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161613"/>
                </a:solidFill>
                <a:latin typeface="Leelawadee UI" panose="020B0502040204020203" pitchFamily="34" charset="-34"/>
                <a:ea typeface="Inter" pitchFamily="34" charset="-122"/>
                <a:cs typeface="Leelawadee UI" panose="020B0502040204020203" pitchFamily="34" charset="-34"/>
              </a:rPr>
              <a:t>Berbagai media telah meliput kegiatan dan dampak program YNKI. Liputan ini mencerminkan pengakuan publik terhadap komitmen YNKI dalam mendorong perubahan nyata di lanskap dan komunitas di Kalimantan.</a:t>
            </a:r>
            <a:endParaRPr lang="en-US" sz="1100" dirty="0">
              <a:latin typeface="Leelawadee UI" panose="020B0502040204020203" pitchFamily="34" charset="-34"/>
              <a:cs typeface="Leelawadee UI" panose="020B0502040204020203" pitchFamily="34" charset="-34"/>
            </a:endParaRPr>
          </a:p>
        </p:txBody>
      </p:sp>
      <p:sp>
        <p:nvSpPr>
          <p:cNvPr id="70" name="Shape 2">
            <a:extLst>
              <a:ext uri="{FF2B5EF4-FFF2-40B4-BE49-F238E27FC236}">
                <a16:creationId xmlns:a16="http://schemas.microsoft.com/office/drawing/2014/main" id="{04A308A5-C9F8-760A-41D2-81D75C00607B}"/>
              </a:ext>
            </a:extLst>
          </p:cNvPr>
          <p:cNvSpPr/>
          <p:nvPr/>
        </p:nvSpPr>
        <p:spPr>
          <a:xfrm>
            <a:off x="509363" y="20526138"/>
            <a:ext cx="8151763" cy="1812652"/>
          </a:xfrm>
          <a:prstGeom prst="roundRect">
            <a:avLst>
              <a:gd name="adj" fmla="val 1027"/>
            </a:avLst>
          </a:prstGeom>
          <a:noFill/>
          <a:ln w="4763">
            <a:solidFill>
              <a:srgbClr val="000000">
                <a:alpha val="8000"/>
              </a:srgbClr>
            </a:solidFill>
            <a:prstDash val="solid"/>
          </a:ln>
        </p:spPr>
      </p:sp>
      <p:sp>
        <p:nvSpPr>
          <p:cNvPr id="71" name="Text 3">
            <a:extLst>
              <a:ext uri="{FF2B5EF4-FFF2-40B4-BE49-F238E27FC236}">
                <a16:creationId xmlns:a16="http://schemas.microsoft.com/office/drawing/2014/main" id="{43EEE80B-DCA3-15FF-7DFF-6F0765392632}"/>
              </a:ext>
            </a:extLst>
          </p:cNvPr>
          <p:cNvSpPr/>
          <p:nvPr/>
        </p:nvSpPr>
        <p:spPr>
          <a:xfrm>
            <a:off x="638248" y="20610078"/>
            <a:ext cx="1837655" cy="198462"/>
          </a:xfrm>
          <a:prstGeom prst="rect">
            <a:avLst/>
          </a:prstGeom>
          <a:noFill/>
          <a:ln/>
        </p:spPr>
        <p:txBody>
          <a:bodyPr wrap="none" lIns="0" tIns="0" rIns="0" bIns="0" rtlCol="0" anchor="t"/>
          <a:lstStyle/>
          <a:p>
            <a:pPr marL="0" indent="0" algn="l">
              <a:lnSpc>
                <a:spcPct val="133000"/>
              </a:lnSpc>
              <a:buNone/>
            </a:pPr>
            <a:r>
              <a:rPr lang="en-US" sz="1050" b="1" dirty="0">
                <a:solidFill>
                  <a:srgbClr val="161613"/>
                </a:solidFill>
                <a:latin typeface="Leelawadee UI" panose="020B0502040204020203" pitchFamily="34" charset="-34"/>
                <a:ea typeface="Inter" pitchFamily="34" charset="-122"/>
                <a:cs typeface="Leelawadee UI" panose="020B0502040204020203" pitchFamily="34" charset="-34"/>
              </a:rPr>
              <a:t>Media</a:t>
            </a:r>
            <a:endParaRPr lang="en-US" sz="1050" dirty="0">
              <a:latin typeface="Leelawadee UI" panose="020B0502040204020203" pitchFamily="34" charset="-34"/>
              <a:cs typeface="Leelawadee UI" panose="020B0502040204020203" pitchFamily="34" charset="-34"/>
            </a:endParaRPr>
          </a:p>
        </p:txBody>
      </p:sp>
      <p:sp>
        <p:nvSpPr>
          <p:cNvPr id="72" name="Text 4">
            <a:extLst>
              <a:ext uri="{FF2B5EF4-FFF2-40B4-BE49-F238E27FC236}">
                <a16:creationId xmlns:a16="http://schemas.microsoft.com/office/drawing/2014/main" id="{31991625-6E1E-7AE3-63EB-5BB5B4AC9393}"/>
              </a:ext>
            </a:extLst>
          </p:cNvPr>
          <p:cNvSpPr/>
          <p:nvPr/>
        </p:nvSpPr>
        <p:spPr>
          <a:xfrm>
            <a:off x="2266651" y="20610078"/>
            <a:ext cx="4687416" cy="198462"/>
          </a:xfrm>
          <a:prstGeom prst="rect">
            <a:avLst/>
          </a:prstGeom>
          <a:noFill/>
          <a:ln/>
        </p:spPr>
        <p:txBody>
          <a:bodyPr wrap="none" lIns="0" tIns="0" rIns="0" bIns="0" rtlCol="0" anchor="t"/>
          <a:lstStyle/>
          <a:p>
            <a:pPr marL="0" indent="0" algn="l">
              <a:lnSpc>
                <a:spcPct val="133000"/>
              </a:lnSpc>
              <a:buNone/>
            </a:pPr>
            <a:r>
              <a:rPr lang="en-US" sz="1050" b="1" dirty="0">
                <a:solidFill>
                  <a:srgbClr val="161613"/>
                </a:solidFill>
                <a:latin typeface="Leelawadee UI" panose="020B0502040204020203" pitchFamily="34" charset="-34"/>
                <a:ea typeface="Inter" pitchFamily="34" charset="-122"/>
                <a:cs typeface="Leelawadee UI" panose="020B0502040204020203" pitchFamily="34" charset="-34"/>
              </a:rPr>
              <a:t>Judul Artikel</a:t>
            </a:r>
            <a:endParaRPr lang="en-US" sz="1050" dirty="0">
              <a:latin typeface="Leelawadee UI" panose="020B0502040204020203" pitchFamily="34" charset="-34"/>
              <a:cs typeface="Leelawadee UI" panose="020B0502040204020203" pitchFamily="34" charset="-34"/>
            </a:endParaRPr>
          </a:p>
        </p:txBody>
      </p:sp>
      <p:sp>
        <p:nvSpPr>
          <p:cNvPr id="73" name="Text 5">
            <a:extLst>
              <a:ext uri="{FF2B5EF4-FFF2-40B4-BE49-F238E27FC236}">
                <a16:creationId xmlns:a16="http://schemas.microsoft.com/office/drawing/2014/main" id="{8E8A6545-B0F5-C2FC-2105-C69F75D47158}"/>
              </a:ext>
            </a:extLst>
          </p:cNvPr>
          <p:cNvSpPr/>
          <p:nvPr/>
        </p:nvSpPr>
        <p:spPr>
          <a:xfrm>
            <a:off x="6744815" y="20610078"/>
            <a:ext cx="2244775" cy="198462"/>
          </a:xfrm>
          <a:prstGeom prst="rect">
            <a:avLst/>
          </a:prstGeom>
          <a:noFill/>
          <a:ln/>
        </p:spPr>
        <p:txBody>
          <a:bodyPr wrap="none" lIns="0" tIns="0" rIns="0" bIns="0" rtlCol="0" anchor="t"/>
          <a:lstStyle/>
          <a:p>
            <a:pPr marL="0" indent="0" algn="l">
              <a:lnSpc>
                <a:spcPct val="133000"/>
              </a:lnSpc>
              <a:buNone/>
            </a:pPr>
            <a:r>
              <a:rPr lang="en-US" sz="1050" b="1" dirty="0">
                <a:solidFill>
                  <a:srgbClr val="161613"/>
                </a:solidFill>
                <a:latin typeface="Leelawadee UI" panose="020B0502040204020203" pitchFamily="34" charset="-34"/>
                <a:ea typeface="Inter" pitchFamily="34" charset="-122"/>
                <a:cs typeface="Leelawadee UI" panose="020B0502040204020203" pitchFamily="34" charset="-34"/>
              </a:rPr>
              <a:t>Tanggal</a:t>
            </a:r>
            <a:endParaRPr lang="en-US" sz="1050" dirty="0">
              <a:latin typeface="Leelawadee UI" panose="020B0502040204020203" pitchFamily="34" charset="-34"/>
              <a:cs typeface="Leelawadee UI" panose="020B0502040204020203" pitchFamily="34" charset="-34"/>
            </a:endParaRPr>
          </a:p>
        </p:txBody>
      </p:sp>
      <p:sp>
        <p:nvSpPr>
          <p:cNvPr id="74" name="Text 6">
            <a:extLst>
              <a:ext uri="{FF2B5EF4-FFF2-40B4-BE49-F238E27FC236}">
                <a16:creationId xmlns:a16="http://schemas.microsoft.com/office/drawing/2014/main" id="{33F6B0D2-4239-1187-DAED-DE1AB32F989B}"/>
              </a:ext>
            </a:extLst>
          </p:cNvPr>
          <p:cNvSpPr/>
          <p:nvPr/>
        </p:nvSpPr>
        <p:spPr>
          <a:xfrm>
            <a:off x="638248" y="20971655"/>
            <a:ext cx="1837655" cy="198462"/>
          </a:xfrm>
          <a:prstGeom prst="rect">
            <a:avLst/>
          </a:prstGeom>
          <a:noFill/>
          <a:ln/>
        </p:spPr>
        <p:txBody>
          <a:bodyPr wrap="none" lIns="0" tIns="0" rIns="0" bIns="0" rtlCol="0" anchor="t"/>
          <a:lstStyle/>
          <a:p>
            <a:pPr marL="0" indent="0" algn="l">
              <a:lnSpc>
                <a:spcPct val="133000"/>
              </a:lnSpc>
              <a:buNone/>
            </a:pPr>
            <a:r>
              <a:rPr lang="en-US" sz="1050" b="1" dirty="0">
                <a:solidFill>
                  <a:srgbClr val="161613"/>
                </a:solidFill>
                <a:latin typeface="Leelawadee UI" panose="020B0502040204020203" pitchFamily="34" charset="-34"/>
                <a:ea typeface="Inter" pitchFamily="34" charset="-122"/>
                <a:cs typeface="Leelawadee UI" panose="020B0502040204020203" pitchFamily="34" charset="-34"/>
              </a:rPr>
              <a:t>PM Haze</a:t>
            </a:r>
            <a:endParaRPr lang="en-US" sz="1050" dirty="0">
              <a:latin typeface="Leelawadee UI" panose="020B0502040204020203" pitchFamily="34" charset="-34"/>
              <a:cs typeface="Leelawadee UI" panose="020B0502040204020203" pitchFamily="34" charset="-34"/>
            </a:endParaRPr>
          </a:p>
        </p:txBody>
      </p:sp>
      <p:sp>
        <p:nvSpPr>
          <p:cNvPr id="75" name="Text 7">
            <a:extLst>
              <a:ext uri="{FF2B5EF4-FFF2-40B4-BE49-F238E27FC236}">
                <a16:creationId xmlns:a16="http://schemas.microsoft.com/office/drawing/2014/main" id="{B3F029B7-EB24-0C11-48FD-39E96F06615D}"/>
              </a:ext>
            </a:extLst>
          </p:cNvPr>
          <p:cNvSpPr/>
          <p:nvPr/>
        </p:nvSpPr>
        <p:spPr>
          <a:xfrm>
            <a:off x="2266651" y="20971655"/>
            <a:ext cx="4687416" cy="198462"/>
          </a:xfrm>
          <a:prstGeom prst="rect">
            <a:avLst/>
          </a:prstGeom>
          <a:noFill/>
          <a:ln/>
        </p:spPr>
        <p:txBody>
          <a:bodyPr wrap="none" lIns="0" tIns="0" rIns="0" bIns="0" rtlCol="0" anchor="t"/>
          <a:lstStyle/>
          <a:p>
            <a:pPr marL="0" indent="0" algn="l">
              <a:lnSpc>
                <a:spcPct val="133000"/>
              </a:lnSpc>
              <a:buNone/>
            </a:pPr>
            <a:r>
              <a:rPr lang="en-US" sz="1050" dirty="0">
                <a:solidFill>
                  <a:srgbClr val="161613"/>
                </a:solidFill>
                <a:latin typeface="Leelawadee UI" panose="020B0502040204020203" pitchFamily="34" charset="-34"/>
                <a:ea typeface="Inter" pitchFamily="34" charset="-122"/>
                <a:cs typeface="Leelawadee UI" panose="020B0502040204020203" pitchFamily="34" charset="-34"/>
              </a:rPr>
              <a:t>Restorasi Lahan Gambut, Wujudkan Masa Depan Berkelanjutan</a:t>
            </a:r>
            <a:endParaRPr lang="en-US" sz="1050" dirty="0">
              <a:latin typeface="Leelawadee UI" panose="020B0502040204020203" pitchFamily="34" charset="-34"/>
              <a:cs typeface="Leelawadee UI" panose="020B0502040204020203" pitchFamily="34" charset="-34"/>
            </a:endParaRPr>
          </a:p>
        </p:txBody>
      </p:sp>
      <p:sp>
        <p:nvSpPr>
          <p:cNvPr id="76" name="Text 8">
            <a:extLst>
              <a:ext uri="{FF2B5EF4-FFF2-40B4-BE49-F238E27FC236}">
                <a16:creationId xmlns:a16="http://schemas.microsoft.com/office/drawing/2014/main" id="{1D1C7341-72A4-406F-CDA6-A0A89FD4CB9E}"/>
              </a:ext>
            </a:extLst>
          </p:cNvPr>
          <p:cNvSpPr/>
          <p:nvPr/>
        </p:nvSpPr>
        <p:spPr>
          <a:xfrm>
            <a:off x="6744815" y="20971655"/>
            <a:ext cx="2244775" cy="198462"/>
          </a:xfrm>
          <a:prstGeom prst="rect">
            <a:avLst/>
          </a:prstGeom>
          <a:noFill/>
          <a:ln/>
        </p:spPr>
        <p:txBody>
          <a:bodyPr wrap="none" lIns="0" tIns="0" rIns="0" bIns="0" rtlCol="0" anchor="t"/>
          <a:lstStyle/>
          <a:p>
            <a:pPr marL="0" indent="0" algn="l">
              <a:lnSpc>
                <a:spcPct val="133000"/>
              </a:lnSpc>
              <a:buNone/>
            </a:pPr>
            <a:r>
              <a:rPr lang="en-US" sz="1050" dirty="0">
                <a:solidFill>
                  <a:srgbClr val="161613"/>
                </a:solidFill>
                <a:latin typeface="Leelawadee UI" panose="020B0502040204020203" pitchFamily="34" charset="-34"/>
                <a:ea typeface="Inter" pitchFamily="34" charset="-122"/>
                <a:cs typeface="Leelawadee UI" panose="020B0502040204020203" pitchFamily="34" charset="-34"/>
              </a:rPr>
              <a:t>7 Maret 2025</a:t>
            </a:r>
            <a:endParaRPr lang="en-US" sz="1050" dirty="0">
              <a:latin typeface="Leelawadee UI" panose="020B0502040204020203" pitchFamily="34" charset="-34"/>
              <a:cs typeface="Leelawadee UI" panose="020B0502040204020203" pitchFamily="34" charset="-34"/>
            </a:endParaRPr>
          </a:p>
        </p:txBody>
      </p:sp>
      <p:sp>
        <p:nvSpPr>
          <p:cNvPr id="77" name="Text 9">
            <a:extLst>
              <a:ext uri="{FF2B5EF4-FFF2-40B4-BE49-F238E27FC236}">
                <a16:creationId xmlns:a16="http://schemas.microsoft.com/office/drawing/2014/main" id="{34C641AD-A439-48CC-DC57-352712E8E03C}"/>
              </a:ext>
            </a:extLst>
          </p:cNvPr>
          <p:cNvSpPr/>
          <p:nvPr/>
        </p:nvSpPr>
        <p:spPr>
          <a:xfrm>
            <a:off x="638248" y="21333233"/>
            <a:ext cx="1837655" cy="198462"/>
          </a:xfrm>
          <a:prstGeom prst="rect">
            <a:avLst/>
          </a:prstGeom>
          <a:noFill/>
          <a:ln/>
        </p:spPr>
        <p:txBody>
          <a:bodyPr wrap="none" lIns="0" tIns="0" rIns="0" bIns="0" rtlCol="0" anchor="t"/>
          <a:lstStyle/>
          <a:p>
            <a:pPr marL="0" indent="0" algn="l">
              <a:lnSpc>
                <a:spcPct val="133000"/>
              </a:lnSpc>
              <a:buNone/>
            </a:pPr>
            <a:r>
              <a:rPr lang="en-US" sz="1050" b="1" dirty="0">
                <a:solidFill>
                  <a:srgbClr val="161613"/>
                </a:solidFill>
                <a:latin typeface="Leelawadee UI" panose="020B0502040204020203" pitchFamily="34" charset="-34"/>
                <a:ea typeface="Inter" pitchFamily="34" charset="-122"/>
                <a:cs typeface="Leelawadee UI" panose="020B0502040204020203" pitchFamily="34" charset="-34"/>
              </a:rPr>
              <a:t>Tribun Pontianak</a:t>
            </a:r>
            <a:endParaRPr lang="en-US" sz="1050" dirty="0">
              <a:latin typeface="Leelawadee UI" panose="020B0502040204020203" pitchFamily="34" charset="-34"/>
              <a:cs typeface="Leelawadee UI" panose="020B0502040204020203" pitchFamily="34" charset="-34"/>
            </a:endParaRPr>
          </a:p>
        </p:txBody>
      </p:sp>
      <p:sp>
        <p:nvSpPr>
          <p:cNvPr id="78" name="Text 10">
            <a:extLst>
              <a:ext uri="{FF2B5EF4-FFF2-40B4-BE49-F238E27FC236}">
                <a16:creationId xmlns:a16="http://schemas.microsoft.com/office/drawing/2014/main" id="{605C352E-5880-9ACE-68B8-E57481D23F8E}"/>
              </a:ext>
            </a:extLst>
          </p:cNvPr>
          <p:cNvSpPr/>
          <p:nvPr/>
        </p:nvSpPr>
        <p:spPr>
          <a:xfrm>
            <a:off x="2266651" y="21333233"/>
            <a:ext cx="4687416" cy="198462"/>
          </a:xfrm>
          <a:prstGeom prst="rect">
            <a:avLst/>
          </a:prstGeom>
          <a:noFill/>
          <a:ln/>
        </p:spPr>
        <p:txBody>
          <a:bodyPr wrap="none" lIns="0" tIns="0" rIns="0" bIns="0" rtlCol="0" anchor="t"/>
          <a:lstStyle/>
          <a:p>
            <a:pPr marL="0" indent="0" algn="l">
              <a:lnSpc>
                <a:spcPct val="133000"/>
              </a:lnSpc>
              <a:buNone/>
            </a:pPr>
            <a:r>
              <a:rPr lang="en-US" sz="1050" dirty="0">
                <a:solidFill>
                  <a:srgbClr val="161613"/>
                </a:solidFill>
                <a:latin typeface="Leelawadee UI" panose="020B0502040204020203" pitchFamily="34" charset="-34"/>
                <a:ea typeface="Inter" pitchFamily="34" charset="-122"/>
                <a:cs typeface="Leelawadee UI" panose="020B0502040204020203" pitchFamily="34" charset="-34"/>
              </a:rPr>
              <a:t>YNKI Gelar Youth Camp untuk Tiga Desa di Ketapang</a:t>
            </a:r>
            <a:endParaRPr lang="en-US" sz="1050" dirty="0">
              <a:latin typeface="Leelawadee UI" panose="020B0502040204020203" pitchFamily="34" charset="-34"/>
              <a:cs typeface="Leelawadee UI" panose="020B0502040204020203" pitchFamily="34" charset="-34"/>
            </a:endParaRPr>
          </a:p>
        </p:txBody>
      </p:sp>
      <p:sp>
        <p:nvSpPr>
          <p:cNvPr id="79" name="Text 11">
            <a:extLst>
              <a:ext uri="{FF2B5EF4-FFF2-40B4-BE49-F238E27FC236}">
                <a16:creationId xmlns:a16="http://schemas.microsoft.com/office/drawing/2014/main" id="{3147005C-5FA8-998E-09F7-3B53356EFF9C}"/>
              </a:ext>
            </a:extLst>
          </p:cNvPr>
          <p:cNvSpPr/>
          <p:nvPr/>
        </p:nvSpPr>
        <p:spPr>
          <a:xfrm>
            <a:off x="6744815" y="21333233"/>
            <a:ext cx="2244775" cy="198462"/>
          </a:xfrm>
          <a:prstGeom prst="rect">
            <a:avLst/>
          </a:prstGeom>
          <a:noFill/>
          <a:ln/>
        </p:spPr>
        <p:txBody>
          <a:bodyPr wrap="none" lIns="0" tIns="0" rIns="0" bIns="0" rtlCol="0" anchor="t"/>
          <a:lstStyle/>
          <a:p>
            <a:pPr marL="0" indent="0" algn="l">
              <a:lnSpc>
                <a:spcPct val="133000"/>
              </a:lnSpc>
              <a:buNone/>
            </a:pPr>
            <a:r>
              <a:rPr lang="en-US" sz="1050" dirty="0">
                <a:solidFill>
                  <a:srgbClr val="161613"/>
                </a:solidFill>
                <a:latin typeface="Leelawadee UI" panose="020B0502040204020203" pitchFamily="34" charset="-34"/>
                <a:ea typeface="Inter" pitchFamily="34" charset="-122"/>
                <a:cs typeface="Leelawadee UI" panose="020B0502040204020203" pitchFamily="34" charset="-34"/>
              </a:rPr>
              <a:t>19 Juli 2024</a:t>
            </a:r>
            <a:endParaRPr lang="en-US" sz="1050" dirty="0">
              <a:latin typeface="Leelawadee UI" panose="020B0502040204020203" pitchFamily="34" charset="-34"/>
              <a:cs typeface="Leelawadee UI" panose="020B0502040204020203" pitchFamily="34" charset="-34"/>
            </a:endParaRPr>
          </a:p>
        </p:txBody>
      </p:sp>
      <p:sp>
        <p:nvSpPr>
          <p:cNvPr id="80" name="Text 12">
            <a:extLst>
              <a:ext uri="{FF2B5EF4-FFF2-40B4-BE49-F238E27FC236}">
                <a16:creationId xmlns:a16="http://schemas.microsoft.com/office/drawing/2014/main" id="{9A5B7ACD-002E-F9B0-EF05-CD3FBD734725}"/>
              </a:ext>
            </a:extLst>
          </p:cNvPr>
          <p:cNvSpPr/>
          <p:nvPr/>
        </p:nvSpPr>
        <p:spPr>
          <a:xfrm>
            <a:off x="638248" y="21694811"/>
            <a:ext cx="1837655" cy="198462"/>
          </a:xfrm>
          <a:prstGeom prst="rect">
            <a:avLst/>
          </a:prstGeom>
          <a:noFill/>
          <a:ln/>
        </p:spPr>
        <p:txBody>
          <a:bodyPr wrap="none" lIns="0" tIns="0" rIns="0" bIns="0" rtlCol="0" anchor="t"/>
          <a:lstStyle/>
          <a:p>
            <a:pPr marL="0" indent="0" algn="l">
              <a:lnSpc>
                <a:spcPct val="133000"/>
              </a:lnSpc>
              <a:buNone/>
            </a:pPr>
            <a:r>
              <a:rPr lang="en-US" sz="1050" b="1" dirty="0">
                <a:solidFill>
                  <a:srgbClr val="161613"/>
                </a:solidFill>
                <a:latin typeface="Leelawadee UI" panose="020B0502040204020203" pitchFamily="34" charset="-34"/>
                <a:ea typeface="Inter" pitchFamily="34" charset="-122"/>
                <a:cs typeface="Leelawadee UI" panose="020B0502040204020203" pitchFamily="34" charset="-34"/>
              </a:rPr>
              <a:t>Kalbar Digital</a:t>
            </a:r>
            <a:endParaRPr lang="en-US" sz="1050" dirty="0">
              <a:latin typeface="Leelawadee UI" panose="020B0502040204020203" pitchFamily="34" charset="-34"/>
              <a:cs typeface="Leelawadee UI" panose="020B0502040204020203" pitchFamily="34" charset="-34"/>
            </a:endParaRPr>
          </a:p>
        </p:txBody>
      </p:sp>
      <p:sp>
        <p:nvSpPr>
          <p:cNvPr id="81" name="Text 13">
            <a:extLst>
              <a:ext uri="{FF2B5EF4-FFF2-40B4-BE49-F238E27FC236}">
                <a16:creationId xmlns:a16="http://schemas.microsoft.com/office/drawing/2014/main" id="{D961FB4C-F5A3-5637-FA1C-C4C039FF0868}"/>
              </a:ext>
            </a:extLst>
          </p:cNvPr>
          <p:cNvSpPr/>
          <p:nvPr/>
        </p:nvSpPr>
        <p:spPr>
          <a:xfrm>
            <a:off x="2266651" y="21694811"/>
            <a:ext cx="4687416" cy="198462"/>
          </a:xfrm>
          <a:prstGeom prst="rect">
            <a:avLst/>
          </a:prstGeom>
          <a:noFill/>
          <a:ln/>
        </p:spPr>
        <p:txBody>
          <a:bodyPr wrap="none" lIns="0" tIns="0" rIns="0" bIns="0" rtlCol="0" anchor="t"/>
          <a:lstStyle/>
          <a:p>
            <a:pPr marL="0" indent="0" algn="l">
              <a:lnSpc>
                <a:spcPct val="133000"/>
              </a:lnSpc>
              <a:buNone/>
            </a:pPr>
            <a:r>
              <a:rPr lang="en-US" sz="1050" dirty="0">
                <a:solidFill>
                  <a:srgbClr val="161613"/>
                </a:solidFill>
                <a:latin typeface="Leelawadee UI" panose="020B0502040204020203" pitchFamily="34" charset="-34"/>
                <a:ea typeface="Inter" pitchFamily="34" charset="-122"/>
                <a:cs typeface="Leelawadee UI" panose="020B0502040204020203" pitchFamily="34" charset="-34"/>
              </a:rPr>
              <a:t>Kolaboratif Restorasi Gambut, Upaya Bersama Lestarikan Masa Depan</a:t>
            </a:r>
            <a:endParaRPr lang="en-US" sz="1050" dirty="0">
              <a:latin typeface="Leelawadee UI" panose="020B0502040204020203" pitchFamily="34" charset="-34"/>
              <a:cs typeface="Leelawadee UI" panose="020B0502040204020203" pitchFamily="34" charset="-34"/>
            </a:endParaRPr>
          </a:p>
        </p:txBody>
      </p:sp>
      <p:sp>
        <p:nvSpPr>
          <p:cNvPr id="82" name="Text 14">
            <a:extLst>
              <a:ext uri="{FF2B5EF4-FFF2-40B4-BE49-F238E27FC236}">
                <a16:creationId xmlns:a16="http://schemas.microsoft.com/office/drawing/2014/main" id="{88BA82EA-6514-1AC5-47CC-2E8D110C21E0}"/>
              </a:ext>
            </a:extLst>
          </p:cNvPr>
          <p:cNvSpPr/>
          <p:nvPr/>
        </p:nvSpPr>
        <p:spPr>
          <a:xfrm>
            <a:off x="6744815" y="21694811"/>
            <a:ext cx="2244775" cy="198462"/>
          </a:xfrm>
          <a:prstGeom prst="rect">
            <a:avLst/>
          </a:prstGeom>
          <a:noFill/>
          <a:ln/>
        </p:spPr>
        <p:txBody>
          <a:bodyPr wrap="none" lIns="0" tIns="0" rIns="0" bIns="0" rtlCol="0" anchor="t"/>
          <a:lstStyle/>
          <a:p>
            <a:pPr marL="0" indent="0" algn="l">
              <a:lnSpc>
                <a:spcPct val="133000"/>
              </a:lnSpc>
              <a:buNone/>
            </a:pPr>
            <a:r>
              <a:rPr lang="en-US" sz="1050" dirty="0">
                <a:solidFill>
                  <a:srgbClr val="161613"/>
                </a:solidFill>
                <a:latin typeface="Leelawadee UI" panose="020B0502040204020203" pitchFamily="34" charset="-34"/>
                <a:ea typeface="Inter" pitchFamily="34" charset="-122"/>
                <a:cs typeface="Leelawadee UI" panose="020B0502040204020203" pitchFamily="34" charset="-34"/>
              </a:rPr>
              <a:t>10 Juni 2024</a:t>
            </a:r>
            <a:endParaRPr lang="en-US" sz="1050" dirty="0">
              <a:latin typeface="Leelawadee UI" panose="020B0502040204020203" pitchFamily="34" charset="-34"/>
              <a:cs typeface="Leelawadee UI" panose="020B0502040204020203" pitchFamily="34" charset="-34"/>
            </a:endParaRPr>
          </a:p>
        </p:txBody>
      </p:sp>
      <p:sp>
        <p:nvSpPr>
          <p:cNvPr id="83" name="Text 15">
            <a:extLst>
              <a:ext uri="{FF2B5EF4-FFF2-40B4-BE49-F238E27FC236}">
                <a16:creationId xmlns:a16="http://schemas.microsoft.com/office/drawing/2014/main" id="{959012C0-ABF9-D024-4D69-24E50E366776}"/>
              </a:ext>
            </a:extLst>
          </p:cNvPr>
          <p:cNvSpPr/>
          <p:nvPr/>
        </p:nvSpPr>
        <p:spPr>
          <a:xfrm>
            <a:off x="638248" y="22056389"/>
            <a:ext cx="1837655" cy="198462"/>
          </a:xfrm>
          <a:prstGeom prst="rect">
            <a:avLst/>
          </a:prstGeom>
          <a:noFill/>
          <a:ln/>
        </p:spPr>
        <p:txBody>
          <a:bodyPr wrap="none" lIns="0" tIns="0" rIns="0" bIns="0" rtlCol="0" anchor="t"/>
          <a:lstStyle/>
          <a:p>
            <a:pPr marL="0" indent="0" algn="l">
              <a:lnSpc>
                <a:spcPct val="133000"/>
              </a:lnSpc>
              <a:buNone/>
            </a:pPr>
            <a:r>
              <a:rPr lang="en-US" sz="1050" b="1" dirty="0">
                <a:solidFill>
                  <a:srgbClr val="161613"/>
                </a:solidFill>
                <a:latin typeface="Leelawadee UI" panose="020B0502040204020203" pitchFamily="34" charset="-34"/>
                <a:ea typeface="Inter" pitchFamily="34" charset="-122"/>
                <a:cs typeface="Leelawadee UI" panose="020B0502040204020203" pitchFamily="34" charset="-34"/>
              </a:rPr>
              <a:t>Newsantara.co</a:t>
            </a:r>
            <a:endParaRPr lang="en-US" sz="1050" dirty="0">
              <a:latin typeface="Leelawadee UI" panose="020B0502040204020203" pitchFamily="34" charset="-34"/>
              <a:cs typeface="Leelawadee UI" panose="020B0502040204020203" pitchFamily="34" charset="-34"/>
            </a:endParaRPr>
          </a:p>
        </p:txBody>
      </p:sp>
      <p:sp>
        <p:nvSpPr>
          <p:cNvPr id="84" name="Text 16">
            <a:extLst>
              <a:ext uri="{FF2B5EF4-FFF2-40B4-BE49-F238E27FC236}">
                <a16:creationId xmlns:a16="http://schemas.microsoft.com/office/drawing/2014/main" id="{B12EB007-FC1A-C46F-30F7-D0C7645E6C7F}"/>
              </a:ext>
            </a:extLst>
          </p:cNvPr>
          <p:cNvSpPr/>
          <p:nvPr/>
        </p:nvSpPr>
        <p:spPr>
          <a:xfrm>
            <a:off x="2266651" y="22056389"/>
            <a:ext cx="4687416" cy="198462"/>
          </a:xfrm>
          <a:prstGeom prst="rect">
            <a:avLst/>
          </a:prstGeom>
          <a:noFill/>
          <a:ln/>
        </p:spPr>
        <p:txBody>
          <a:bodyPr wrap="none" lIns="0" tIns="0" rIns="0" bIns="0" rtlCol="0" anchor="t"/>
          <a:lstStyle/>
          <a:p>
            <a:pPr marL="0" indent="0" algn="l">
              <a:lnSpc>
                <a:spcPct val="133000"/>
              </a:lnSpc>
              <a:buNone/>
            </a:pPr>
            <a:r>
              <a:rPr lang="en-US" sz="1050" dirty="0">
                <a:solidFill>
                  <a:srgbClr val="161613"/>
                </a:solidFill>
                <a:latin typeface="Leelawadee UI" panose="020B0502040204020203" pitchFamily="34" charset="-34"/>
                <a:ea typeface="Inter" pitchFamily="34" charset="-122"/>
                <a:cs typeface="Leelawadee UI" panose="020B0502040204020203" pitchFamily="34" charset="-34"/>
              </a:rPr>
              <a:t>Restorasi Gambut Berbasis FPIC di Desa Permata Jaya</a:t>
            </a:r>
            <a:endParaRPr lang="en-US" sz="1050" dirty="0">
              <a:latin typeface="Leelawadee UI" panose="020B0502040204020203" pitchFamily="34" charset="-34"/>
              <a:cs typeface="Leelawadee UI" panose="020B0502040204020203" pitchFamily="34" charset="-34"/>
            </a:endParaRPr>
          </a:p>
        </p:txBody>
      </p:sp>
      <p:sp>
        <p:nvSpPr>
          <p:cNvPr id="85" name="Text 17">
            <a:extLst>
              <a:ext uri="{FF2B5EF4-FFF2-40B4-BE49-F238E27FC236}">
                <a16:creationId xmlns:a16="http://schemas.microsoft.com/office/drawing/2014/main" id="{1BEB9FF9-D177-F72A-4365-9B2380ED315A}"/>
              </a:ext>
            </a:extLst>
          </p:cNvPr>
          <p:cNvSpPr/>
          <p:nvPr/>
        </p:nvSpPr>
        <p:spPr>
          <a:xfrm>
            <a:off x="6744815" y="22056389"/>
            <a:ext cx="2244775" cy="198462"/>
          </a:xfrm>
          <a:prstGeom prst="rect">
            <a:avLst/>
          </a:prstGeom>
          <a:noFill/>
          <a:ln/>
        </p:spPr>
        <p:txBody>
          <a:bodyPr wrap="none" lIns="0" tIns="0" rIns="0" bIns="0" rtlCol="0" anchor="t"/>
          <a:lstStyle/>
          <a:p>
            <a:pPr marL="0" indent="0" algn="l">
              <a:lnSpc>
                <a:spcPct val="133000"/>
              </a:lnSpc>
              <a:buNone/>
            </a:pPr>
            <a:r>
              <a:rPr lang="en-US" sz="1050" dirty="0">
                <a:solidFill>
                  <a:srgbClr val="161613"/>
                </a:solidFill>
                <a:latin typeface="Leelawadee UI" panose="020B0502040204020203" pitchFamily="34" charset="-34"/>
                <a:ea typeface="Inter" pitchFamily="34" charset="-122"/>
                <a:cs typeface="Leelawadee UI" panose="020B0502040204020203" pitchFamily="34" charset="-34"/>
              </a:rPr>
              <a:t>2025</a:t>
            </a:r>
            <a:endParaRPr lang="en-US" sz="1050" dirty="0">
              <a:latin typeface="Leelawadee UI" panose="020B0502040204020203" pitchFamily="34" charset="-34"/>
              <a:cs typeface="Leelawadee UI" panose="020B0502040204020203" pitchFamily="34" charset="-34"/>
            </a:endParaRPr>
          </a:p>
        </p:txBody>
      </p:sp>
      <p:sp>
        <p:nvSpPr>
          <p:cNvPr id="86" name="Shape 0">
            <a:extLst>
              <a:ext uri="{FF2B5EF4-FFF2-40B4-BE49-F238E27FC236}">
                <a16:creationId xmlns:a16="http://schemas.microsoft.com/office/drawing/2014/main" id="{C6D747FB-8F69-9946-22DA-83891CE6F3AB}"/>
              </a:ext>
            </a:extLst>
          </p:cNvPr>
          <p:cNvSpPr/>
          <p:nvPr/>
        </p:nvSpPr>
        <p:spPr>
          <a:xfrm>
            <a:off x="492398" y="22577942"/>
            <a:ext cx="3678882" cy="4401145"/>
          </a:xfrm>
          <a:prstGeom prst="roundRect">
            <a:avLst>
              <a:gd name="adj" fmla="val 443"/>
            </a:avLst>
          </a:prstGeom>
          <a:solidFill>
            <a:srgbClr val="28282F"/>
          </a:solidFill>
          <a:ln/>
        </p:spPr>
      </p:sp>
      <p:sp>
        <p:nvSpPr>
          <p:cNvPr id="87" name="Text 1">
            <a:extLst>
              <a:ext uri="{FF2B5EF4-FFF2-40B4-BE49-F238E27FC236}">
                <a16:creationId xmlns:a16="http://schemas.microsoft.com/office/drawing/2014/main" id="{DC0E2E44-3677-7DDB-ECC6-35920739C082}"/>
              </a:ext>
            </a:extLst>
          </p:cNvPr>
          <p:cNvSpPr/>
          <p:nvPr/>
        </p:nvSpPr>
        <p:spPr>
          <a:xfrm>
            <a:off x="600893" y="22672895"/>
            <a:ext cx="3461891" cy="542627"/>
          </a:xfrm>
          <a:prstGeom prst="rect">
            <a:avLst/>
          </a:prstGeom>
          <a:noFill/>
          <a:ln/>
        </p:spPr>
        <p:txBody>
          <a:bodyPr wrap="square" lIns="0" tIns="0" rIns="0" bIns="0" rtlCol="0" anchor="t">
            <a:normAutofit/>
          </a:bodyPr>
          <a:lstStyle/>
          <a:p>
            <a:pPr marL="0" indent="0" algn="l">
              <a:lnSpc>
                <a:spcPct val="104000"/>
              </a:lnSpc>
              <a:buNone/>
            </a:pPr>
            <a:r>
              <a:rPr lang="en-US" sz="1700" dirty="0">
                <a:solidFill>
                  <a:srgbClr val="FFFFFF"/>
                </a:solidFill>
                <a:latin typeface="Leelawadee UI" panose="020B0502040204020203" pitchFamily="34" charset="-34"/>
                <a:ea typeface="DM Sans Medium" pitchFamily="34" charset="-122"/>
                <a:cs typeface="Leelawadee UI" panose="020B0502040204020203" pitchFamily="34" charset="-34"/>
              </a:rPr>
              <a:t>Bagaimana Kami Mengukur dan Belajar</a:t>
            </a:r>
            <a:endParaRPr lang="en-US" sz="1700" dirty="0">
              <a:latin typeface="Leelawadee UI" panose="020B0502040204020203" pitchFamily="34" charset="-34"/>
              <a:cs typeface="Leelawadee UI" panose="020B0502040204020203" pitchFamily="34" charset="-34"/>
            </a:endParaRPr>
          </a:p>
        </p:txBody>
      </p:sp>
      <p:sp>
        <p:nvSpPr>
          <p:cNvPr id="88" name="Text 2">
            <a:extLst>
              <a:ext uri="{FF2B5EF4-FFF2-40B4-BE49-F238E27FC236}">
                <a16:creationId xmlns:a16="http://schemas.microsoft.com/office/drawing/2014/main" id="{7F6A4FD2-2A35-BF90-4A7C-C98FBA058477}"/>
              </a:ext>
            </a:extLst>
          </p:cNvPr>
          <p:cNvSpPr/>
          <p:nvPr/>
        </p:nvSpPr>
        <p:spPr>
          <a:xfrm>
            <a:off x="600893" y="23310474"/>
            <a:ext cx="3461891" cy="1550789"/>
          </a:xfrm>
          <a:prstGeom prst="rect">
            <a:avLst/>
          </a:prstGeom>
          <a:noFill/>
          <a:ln/>
        </p:spPr>
        <p:txBody>
          <a:bodyPr wrap="square" lIns="0" tIns="0" rIns="0" bIns="0" rtlCol="0" anchor="t">
            <a:normAutofit/>
          </a:bodyPr>
          <a:lstStyle/>
          <a:p>
            <a:pPr marL="0" indent="0" algn="l">
              <a:lnSpc>
                <a:spcPct val="125000"/>
              </a:lnSpc>
              <a:buNone/>
            </a:pPr>
            <a:r>
              <a:rPr lang="en-US" sz="850" dirty="0">
                <a:solidFill>
                  <a:srgbClr val="FFFFFF"/>
                </a:solidFill>
                <a:latin typeface="Leelawadee UI" panose="020B0502040204020203" pitchFamily="34" charset="-34"/>
                <a:ea typeface="Inter" pitchFamily="34" charset="-122"/>
                <a:cs typeface="Leelawadee UI" panose="020B0502040204020203" pitchFamily="34" charset="-34"/>
              </a:rPr>
              <a:t>YNKI memandang </a:t>
            </a:r>
            <a:r>
              <a:rPr lang="en-US" sz="850" b="1" dirty="0">
                <a:solidFill>
                  <a:srgbClr val="FFFFFF"/>
                </a:solidFill>
                <a:latin typeface="Leelawadee UI" panose="020B0502040204020203" pitchFamily="34" charset="-34"/>
                <a:ea typeface="Inter" pitchFamily="34" charset="-122"/>
                <a:cs typeface="Leelawadee UI" panose="020B0502040204020203" pitchFamily="34" charset="-34"/>
              </a:rPr>
              <a:t>Monitoring, Evaluation and Learning (MEL)</a:t>
            </a:r>
            <a:r>
              <a:rPr lang="en-US" sz="850" dirty="0">
                <a:solidFill>
                  <a:srgbClr val="FFFFFF"/>
                </a:solidFill>
                <a:latin typeface="Leelawadee UI" panose="020B0502040204020203" pitchFamily="34" charset="-34"/>
                <a:ea typeface="Inter" pitchFamily="34" charset="-122"/>
                <a:cs typeface="Leelawadee UI" panose="020B0502040204020203" pitchFamily="34" charset="-34"/>
              </a:rPr>
              <a:t> sebagai mesin pembelajaran organisasi—bukan sekadar alat pelaporan. MEL memungkinkan YNKI memahami </a:t>
            </a:r>
            <a:r>
              <a:rPr lang="en-US" sz="850" i="1" dirty="0">
                <a:solidFill>
                  <a:srgbClr val="FFFFFF"/>
                </a:solidFill>
                <a:latin typeface="Leelawadee UI" panose="020B0502040204020203" pitchFamily="34" charset="-34"/>
                <a:ea typeface="Inter" pitchFamily="34" charset="-122"/>
                <a:cs typeface="Leelawadee UI" panose="020B0502040204020203" pitchFamily="34" charset="-34"/>
              </a:rPr>
              <a:t>bagaimana</a:t>
            </a:r>
            <a:r>
              <a:rPr lang="en-US" sz="850" dirty="0">
                <a:solidFill>
                  <a:srgbClr val="FFFFFF"/>
                </a:solidFill>
                <a:latin typeface="Leelawadee UI" panose="020B0502040204020203" pitchFamily="34" charset="-34"/>
                <a:ea typeface="Inter" pitchFamily="34" charset="-122"/>
                <a:cs typeface="Leelawadee UI" panose="020B0502040204020203" pitchFamily="34" charset="-34"/>
              </a:rPr>
              <a:t> perubahan terjadi, </a:t>
            </a:r>
            <a:r>
              <a:rPr lang="en-US" sz="850" i="1" dirty="0">
                <a:solidFill>
                  <a:srgbClr val="FFFFFF"/>
                </a:solidFill>
                <a:latin typeface="Leelawadee UI" panose="020B0502040204020203" pitchFamily="34" charset="-34"/>
                <a:ea typeface="Inter" pitchFamily="34" charset="-122"/>
                <a:cs typeface="Leelawadee UI" panose="020B0502040204020203" pitchFamily="34" charset="-34"/>
              </a:rPr>
              <a:t>mengapa</a:t>
            </a:r>
            <a:r>
              <a:rPr lang="en-US" sz="850" dirty="0">
                <a:solidFill>
                  <a:srgbClr val="FFFFFF"/>
                </a:solidFill>
                <a:latin typeface="Leelawadee UI" panose="020B0502040204020203" pitchFamily="34" charset="-34"/>
                <a:ea typeface="Inter" pitchFamily="34" charset="-122"/>
                <a:cs typeface="Leelawadee UI" panose="020B0502040204020203" pitchFamily="34" charset="-34"/>
              </a:rPr>
              <a:t> perubahan terjadi, dan bagaimana perubahan tersebut dapat diperkuat, direplikasi, atau disesuaikan untuk konteks yang berbeda.</a:t>
            </a:r>
            <a:endParaRPr lang="en-US" sz="850" dirty="0">
              <a:latin typeface="Leelawadee UI" panose="020B0502040204020203" pitchFamily="34" charset="-34"/>
              <a:cs typeface="Leelawadee UI" panose="020B0502040204020203" pitchFamily="34" charset="-34"/>
            </a:endParaRPr>
          </a:p>
          <a:p>
            <a:pPr marL="0" indent="0" algn="l">
              <a:lnSpc>
                <a:spcPct val="125000"/>
              </a:lnSpc>
              <a:buNone/>
            </a:pPr>
            <a:r>
              <a:rPr lang="en-US" sz="850" dirty="0">
                <a:solidFill>
                  <a:srgbClr val="FFFFFF"/>
                </a:solidFill>
                <a:latin typeface="Leelawadee UI" panose="020B0502040204020203" pitchFamily="34" charset="-34"/>
                <a:ea typeface="Inter" pitchFamily="34" charset="-122"/>
                <a:cs typeface="Leelawadee UI" panose="020B0502040204020203" pitchFamily="34" charset="-34"/>
              </a:rPr>
              <a:t>Metode yang digunakan mencakup </a:t>
            </a:r>
            <a:r>
              <a:rPr lang="en-US" sz="850" b="1" dirty="0">
                <a:solidFill>
                  <a:srgbClr val="FFFFFF"/>
                </a:solidFill>
                <a:latin typeface="Leelawadee UI" panose="020B0502040204020203" pitchFamily="34" charset="-34"/>
                <a:ea typeface="Inter" pitchFamily="34" charset="-122"/>
                <a:cs typeface="Leelawadee UI" panose="020B0502040204020203" pitchFamily="34" charset="-34"/>
              </a:rPr>
              <a:t>Outcome Harvesting</a:t>
            </a:r>
            <a:r>
              <a:rPr lang="en-US" sz="850" dirty="0">
                <a:solidFill>
                  <a:srgbClr val="FFFFFF"/>
                </a:solidFill>
                <a:latin typeface="Leelawadee UI" panose="020B0502040204020203" pitchFamily="34" charset="-34"/>
                <a:ea typeface="Inter" pitchFamily="34" charset="-122"/>
                <a:cs typeface="Leelawadee UI" panose="020B0502040204020203" pitchFamily="34" charset="-34"/>
              </a:rPr>
              <a:t>, </a:t>
            </a:r>
            <a:r>
              <a:rPr lang="en-US" sz="850" b="1" dirty="0">
                <a:solidFill>
                  <a:srgbClr val="FFFFFF"/>
                </a:solidFill>
                <a:latin typeface="Leelawadee UI" panose="020B0502040204020203" pitchFamily="34" charset="-34"/>
                <a:ea typeface="Inter" pitchFamily="34" charset="-122"/>
                <a:cs typeface="Leelawadee UI" panose="020B0502040204020203" pitchFamily="34" charset="-34"/>
              </a:rPr>
              <a:t>Most Significant Change</a:t>
            </a:r>
            <a:r>
              <a:rPr lang="en-US" sz="850" dirty="0">
                <a:solidFill>
                  <a:srgbClr val="FFFFFF"/>
                </a:solidFill>
                <a:latin typeface="Leelawadee UI" panose="020B0502040204020203" pitchFamily="34" charset="-34"/>
                <a:ea typeface="Inter" pitchFamily="34" charset="-122"/>
                <a:cs typeface="Leelawadee UI" panose="020B0502040204020203" pitchFamily="34" charset="-34"/>
              </a:rPr>
              <a:t>, dan </a:t>
            </a:r>
            <a:r>
              <a:rPr lang="en-US" sz="850" b="1" dirty="0">
                <a:solidFill>
                  <a:srgbClr val="FFFFFF"/>
                </a:solidFill>
                <a:latin typeface="Leelawadee UI" panose="020B0502040204020203" pitchFamily="34" charset="-34"/>
                <a:ea typeface="Inter" pitchFamily="34" charset="-122"/>
                <a:cs typeface="Leelawadee UI" panose="020B0502040204020203" pitchFamily="34" charset="-34"/>
              </a:rPr>
              <a:t>Developmental Evaluation</a:t>
            </a:r>
            <a:r>
              <a:rPr lang="en-US" sz="850" dirty="0">
                <a:solidFill>
                  <a:srgbClr val="FFFFFF"/>
                </a:solidFill>
                <a:latin typeface="Leelawadee UI" panose="020B0502040204020203" pitchFamily="34" charset="-34"/>
                <a:ea typeface="Inter" pitchFamily="34" charset="-122"/>
                <a:cs typeface="Leelawadee UI" panose="020B0502040204020203" pitchFamily="34" charset="-34"/>
              </a:rPr>
              <a:t> untuk mendukung inovasi dan adaptasi di setiap tahap program.</a:t>
            </a:r>
            <a:endParaRPr lang="en-US" sz="850" dirty="0">
              <a:latin typeface="Leelawadee UI" panose="020B0502040204020203" pitchFamily="34" charset="-34"/>
              <a:cs typeface="Leelawadee UI" panose="020B0502040204020203" pitchFamily="34" charset="-34"/>
            </a:endParaRPr>
          </a:p>
        </p:txBody>
      </p:sp>
      <p:sp>
        <p:nvSpPr>
          <p:cNvPr id="89" name="Text 3">
            <a:extLst>
              <a:ext uri="{FF2B5EF4-FFF2-40B4-BE49-F238E27FC236}">
                <a16:creationId xmlns:a16="http://schemas.microsoft.com/office/drawing/2014/main" id="{ACB71ECF-F8F1-32A0-0E87-01B3B2C59671}"/>
              </a:ext>
            </a:extLst>
          </p:cNvPr>
          <p:cNvSpPr/>
          <p:nvPr/>
        </p:nvSpPr>
        <p:spPr>
          <a:xfrm>
            <a:off x="4362673" y="22684727"/>
            <a:ext cx="217066" cy="135657"/>
          </a:xfrm>
          <a:prstGeom prst="rect">
            <a:avLst/>
          </a:prstGeom>
          <a:noFill/>
          <a:ln/>
        </p:spPr>
        <p:txBody>
          <a:bodyPr wrap="none" lIns="0" tIns="0" rIns="0" bIns="0" rtlCol="0" anchor="ctr"/>
          <a:lstStyle/>
          <a:p>
            <a:pPr marL="0" indent="0" algn="l">
              <a:lnSpc>
                <a:spcPct val="100000"/>
              </a:lnSpc>
              <a:buNone/>
            </a:pPr>
            <a:r>
              <a:rPr lang="en-US" sz="850" dirty="0">
                <a:solidFill>
                  <a:srgbClr val="161613"/>
                </a:solidFill>
                <a:latin typeface="Leelawadee UI" panose="020B0502040204020203" pitchFamily="34" charset="-34"/>
                <a:ea typeface="DM Sans Light" pitchFamily="34" charset="-122"/>
                <a:cs typeface="Leelawadee UI" panose="020B0502040204020203" pitchFamily="34" charset="-34"/>
              </a:rPr>
              <a:t>01</a:t>
            </a:r>
            <a:endParaRPr lang="en-US" sz="850" dirty="0">
              <a:latin typeface="Leelawadee UI" panose="020B0502040204020203" pitchFamily="34" charset="-34"/>
              <a:cs typeface="Leelawadee UI" panose="020B0502040204020203" pitchFamily="34" charset="-34"/>
            </a:endParaRPr>
          </a:p>
        </p:txBody>
      </p:sp>
      <p:sp>
        <p:nvSpPr>
          <p:cNvPr id="90" name="Shape 4">
            <a:extLst>
              <a:ext uri="{FF2B5EF4-FFF2-40B4-BE49-F238E27FC236}">
                <a16:creationId xmlns:a16="http://schemas.microsoft.com/office/drawing/2014/main" id="{164153E0-90FE-0BE9-B7CE-496F6C088023}"/>
              </a:ext>
            </a:extLst>
          </p:cNvPr>
          <p:cNvSpPr/>
          <p:nvPr/>
        </p:nvSpPr>
        <p:spPr>
          <a:xfrm>
            <a:off x="4362673" y="22854837"/>
            <a:ext cx="4364310" cy="14288"/>
          </a:xfrm>
          <a:prstGeom prst="rect">
            <a:avLst/>
          </a:prstGeom>
          <a:solidFill>
            <a:srgbClr val="28282F"/>
          </a:solidFill>
          <a:ln/>
        </p:spPr>
      </p:sp>
      <p:sp>
        <p:nvSpPr>
          <p:cNvPr id="91" name="Text 5">
            <a:extLst>
              <a:ext uri="{FF2B5EF4-FFF2-40B4-BE49-F238E27FC236}">
                <a16:creationId xmlns:a16="http://schemas.microsoft.com/office/drawing/2014/main" id="{7181ECE1-4627-5B2D-DD84-D7E5F6F1BC01}"/>
              </a:ext>
            </a:extLst>
          </p:cNvPr>
          <p:cNvSpPr/>
          <p:nvPr/>
        </p:nvSpPr>
        <p:spPr>
          <a:xfrm>
            <a:off x="4362673" y="22937660"/>
            <a:ext cx="1356717" cy="169515"/>
          </a:xfrm>
          <a:prstGeom prst="rect">
            <a:avLst/>
          </a:prstGeom>
          <a:noFill/>
          <a:ln/>
        </p:spPr>
        <p:txBody>
          <a:bodyPr wrap="none" lIns="0" tIns="0" rIns="0" bIns="0" rtlCol="0" anchor="t"/>
          <a:lstStyle/>
          <a:p>
            <a:pPr marL="0" indent="0" algn="l">
              <a:lnSpc>
                <a:spcPct val="104000"/>
              </a:lnSpc>
              <a:buNone/>
            </a:pPr>
            <a:r>
              <a:rPr lang="en-US" sz="1050" dirty="0">
                <a:solidFill>
                  <a:srgbClr val="161613"/>
                </a:solidFill>
                <a:latin typeface="Leelawadee UI" panose="020B0502040204020203" pitchFamily="34" charset="-34"/>
                <a:ea typeface="DM Sans Medium" pitchFamily="34" charset="-122"/>
                <a:cs typeface="Leelawadee UI" panose="020B0502040204020203" pitchFamily="34" charset="-34"/>
              </a:rPr>
              <a:t>Output Change</a:t>
            </a:r>
            <a:endParaRPr lang="en-US" sz="1050" dirty="0">
              <a:latin typeface="Leelawadee UI" panose="020B0502040204020203" pitchFamily="34" charset="-34"/>
              <a:cs typeface="Leelawadee UI" panose="020B0502040204020203" pitchFamily="34" charset="-34"/>
            </a:endParaRPr>
          </a:p>
        </p:txBody>
      </p:sp>
      <p:sp>
        <p:nvSpPr>
          <p:cNvPr id="92" name="Text 6">
            <a:extLst>
              <a:ext uri="{FF2B5EF4-FFF2-40B4-BE49-F238E27FC236}">
                <a16:creationId xmlns:a16="http://schemas.microsoft.com/office/drawing/2014/main" id="{5AA077F0-B321-96E7-25CE-CCD863BAC363}"/>
              </a:ext>
            </a:extLst>
          </p:cNvPr>
          <p:cNvSpPr/>
          <p:nvPr/>
        </p:nvSpPr>
        <p:spPr>
          <a:xfrm>
            <a:off x="4362673" y="23202127"/>
            <a:ext cx="4364310" cy="162818"/>
          </a:xfrm>
          <a:prstGeom prst="rect">
            <a:avLst/>
          </a:prstGeom>
          <a:noFill/>
          <a:ln/>
        </p:spPr>
        <p:txBody>
          <a:bodyPr wrap="none" lIns="0" tIns="0" rIns="0" bIns="0" rtlCol="0" anchor="t"/>
          <a:lstStyle/>
          <a:p>
            <a:pPr marL="0" indent="0" algn="l">
              <a:lnSpc>
                <a:spcPct val="125000"/>
              </a:lnSpc>
              <a:buNone/>
            </a:pPr>
            <a:r>
              <a:rPr lang="en-US" sz="850" dirty="0">
                <a:solidFill>
                  <a:srgbClr val="161613"/>
                </a:solidFill>
                <a:latin typeface="Leelawadee UI" panose="020B0502040204020203" pitchFamily="34" charset="-34"/>
                <a:ea typeface="Inter" pitchFamily="34" charset="-122"/>
                <a:cs typeface="Leelawadee UI" panose="020B0502040204020203" pitchFamily="34" charset="-34"/>
              </a:rPr>
              <a:t>Apa yang dihasilkan? Kegiatan, produk, dan layanan yang dihasilkan program.</a:t>
            </a:r>
            <a:endParaRPr lang="en-US" sz="850" dirty="0">
              <a:latin typeface="Leelawadee UI" panose="020B0502040204020203" pitchFamily="34" charset="-34"/>
              <a:cs typeface="Leelawadee UI" panose="020B0502040204020203" pitchFamily="34" charset="-34"/>
            </a:endParaRPr>
          </a:p>
        </p:txBody>
      </p:sp>
      <p:sp>
        <p:nvSpPr>
          <p:cNvPr id="93" name="Text 7">
            <a:extLst>
              <a:ext uri="{FF2B5EF4-FFF2-40B4-BE49-F238E27FC236}">
                <a16:creationId xmlns:a16="http://schemas.microsoft.com/office/drawing/2014/main" id="{D5DA0431-EF19-FC08-033D-CB203F1EBA22}"/>
              </a:ext>
            </a:extLst>
          </p:cNvPr>
          <p:cNvSpPr/>
          <p:nvPr/>
        </p:nvSpPr>
        <p:spPr>
          <a:xfrm>
            <a:off x="4362673" y="23541232"/>
            <a:ext cx="217066" cy="135657"/>
          </a:xfrm>
          <a:prstGeom prst="rect">
            <a:avLst/>
          </a:prstGeom>
          <a:noFill/>
          <a:ln/>
        </p:spPr>
        <p:txBody>
          <a:bodyPr wrap="none" lIns="0" tIns="0" rIns="0" bIns="0" rtlCol="0" anchor="ctr"/>
          <a:lstStyle/>
          <a:p>
            <a:pPr marL="0" indent="0" algn="l">
              <a:lnSpc>
                <a:spcPct val="100000"/>
              </a:lnSpc>
              <a:buNone/>
            </a:pPr>
            <a:r>
              <a:rPr lang="en-US" sz="850" dirty="0">
                <a:solidFill>
                  <a:srgbClr val="161613"/>
                </a:solidFill>
                <a:latin typeface="Leelawadee UI" panose="020B0502040204020203" pitchFamily="34" charset="-34"/>
                <a:ea typeface="DM Sans Light" pitchFamily="34" charset="-122"/>
                <a:cs typeface="Leelawadee UI" panose="020B0502040204020203" pitchFamily="34" charset="-34"/>
              </a:rPr>
              <a:t>02</a:t>
            </a:r>
            <a:endParaRPr lang="en-US" sz="850" dirty="0">
              <a:latin typeface="Leelawadee UI" panose="020B0502040204020203" pitchFamily="34" charset="-34"/>
              <a:cs typeface="Leelawadee UI" panose="020B0502040204020203" pitchFamily="34" charset="-34"/>
            </a:endParaRPr>
          </a:p>
        </p:txBody>
      </p:sp>
      <p:sp>
        <p:nvSpPr>
          <p:cNvPr id="94" name="Shape 8">
            <a:extLst>
              <a:ext uri="{FF2B5EF4-FFF2-40B4-BE49-F238E27FC236}">
                <a16:creationId xmlns:a16="http://schemas.microsoft.com/office/drawing/2014/main" id="{090DEDFA-5F1E-E68B-1A99-BCDA096001C5}"/>
              </a:ext>
            </a:extLst>
          </p:cNvPr>
          <p:cNvSpPr/>
          <p:nvPr/>
        </p:nvSpPr>
        <p:spPr>
          <a:xfrm>
            <a:off x="4362673" y="23711343"/>
            <a:ext cx="4364310" cy="14288"/>
          </a:xfrm>
          <a:prstGeom prst="rect">
            <a:avLst/>
          </a:prstGeom>
          <a:solidFill>
            <a:srgbClr val="28282F"/>
          </a:solidFill>
          <a:ln/>
        </p:spPr>
      </p:sp>
      <p:sp>
        <p:nvSpPr>
          <p:cNvPr id="95" name="Text 9">
            <a:extLst>
              <a:ext uri="{FF2B5EF4-FFF2-40B4-BE49-F238E27FC236}">
                <a16:creationId xmlns:a16="http://schemas.microsoft.com/office/drawing/2014/main" id="{0052720B-F4E2-C1B5-53BA-328513720B2C}"/>
              </a:ext>
            </a:extLst>
          </p:cNvPr>
          <p:cNvSpPr/>
          <p:nvPr/>
        </p:nvSpPr>
        <p:spPr>
          <a:xfrm>
            <a:off x="4362673" y="23794166"/>
            <a:ext cx="1356717" cy="169515"/>
          </a:xfrm>
          <a:prstGeom prst="rect">
            <a:avLst/>
          </a:prstGeom>
          <a:noFill/>
          <a:ln/>
        </p:spPr>
        <p:txBody>
          <a:bodyPr wrap="none" lIns="0" tIns="0" rIns="0" bIns="0" rtlCol="0" anchor="t"/>
          <a:lstStyle/>
          <a:p>
            <a:pPr marL="0" indent="0" algn="l">
              <a:lnSpc>
                <a:spcPct val="104000"/>
              </a:lnSpc>
              <a:buNone/>
            </a:pPr>
            <a:r>
              <a:rPr lang="en-US" sz="1050" dirty="0">
                <a:solidFill>
                  <a:srgbClr val="161613"/>
                </a:solidFill>
                <a:latin typeface="Leelawadee UI" panose="020B0502040204020203" pitchFamily="34" charset="-34"/>
                <a:ea typeface="DM Sans Medium" pitchFamily="34" charset="-122"/>
                <a:cs typeface="Leelawadee UI" panose="020B0502040204020203" pitchFamily="34" charset="-34"/>
              </a:rPr>
              <a:t>Behaviour Change</a:t>
            </a:r>
            <a:endParaRPr lang="en-US" sz="1050" dirty="0">
              <a:latin typeface="Leelawadee UI" panose="020B0502040204020203" pitchFamily="34" charset="-34"/>
              <a:cs typeface="Leelawadee UI" panose="020B0502040204020203" pitchFamily="34" charset="-34"/>
            </a:endParaRPr>
          </a:p>
        </p:txBody>
      </p:sp>
      <p:sp>
        <p:nvSpPr>
          <p:cNvPr id="96" name="Text 10">
            <a:extLst>
              <a:ext uri="{FF2B5EF4-FFF2-40B4-BE49-F238E27FC236}">
                <a16:creationId xmlns:a16="http://schemas.microsoft.com/office/drawing/2014/main" id="{FA419372-9B0D-A6CB-8ABC-B1C3DEE0B51B}"/>
              </a:ext>
            </a:extLst>
          </p:cNvPr>
          <p:cNvSpPr/>
          <p:nvPr/>
        </p:nvSpPr>
        <p:spPr>
          <a:xfrm>
            <a:off x="4362673" y="24058633"/>
            <a:ext cx="4364310" cy="162818"/>
          </a:xfrm>
          <a:prstGeom prst="rect">
            <a:avLst/>
          </a:prstGeom>
          <a:noFill/>
          <a:ln/>
        </p:spPr>
        <p:txBody>
          <a:bodyPr wrap="none" lIns="0" tIns="0" rIns="0" bIns="0" rtlCol="0" anchor="t"/>
          <a:lstStyle/>
          <a:p>
            <a:pPr marL="0" indent="0" algn="l">
              <a:lnSpc>
                <a:spcPct val="125000"/>
              </a:lnSpc>
              <a:buNone/>
            </a:pPr>
            <a:r>
              <a:rPr lang="en-US" sz="850" dirty="0">
                <a:solidFill>
                  <a:srgbClr val="161613"/>
                </a:solidFill>
                <a:latin typeface="Leelawadee UI" panose="020B0502040204020203" pitchFamily="34" charset="-34"/>
                <a:ea typeface="Inter" pitchFamily="34" charset="-122"/>
                <a:cs typeface="Leelawadee UI" panose="020B0502040204020203" pitchFamily="34" charset="-34"/>
              </a:rPr>
              <a:t>Apa yang berubah dalam perilaku para pemangku kepentingan di lapangan?</a:t>
            </a:r>
            <a:endParaRPr lang="en-US" sz="850" dirty="0">
              <a:latin typeface="Leelawadee UI" panose="020B0502040204020203" pitchFamily="34" charset="-34"/>
              <a:cs typeface="Leelawadee UI" panose="020B0502040204020203" pitchFamily="34" charset="-34"/>
            </a:endParaRPr>
          </a:p>
        </p:txBody>
      </p:sp>
      <p:sp>
        <p:nvSpPr>
          <p:cNvPr id="97" name="Text 11">
            <a:extLst>
              <a:ext uri="{FF2B5EF4-FFF2-40B4-BE49-F238E27FC236}">
                <a16:creationId xmlns:a16="http://schemas.microsoft.com/office/drawing/2014/main" id="{54698161-D6D4-6A48-AD17-EF8FBE210BB8}"/>
              </a:ext>
            </a:extLst>
          </p:cNvPr>
          <p:cNvSpPr/>
          <p:nvPr/>
        </p:nvSpPr>
        <p:spPr>
          <a:xfrm>
            <a:off x="4362673" y="24397738"/>
            <a:ext cx="217066" cy="135657"/>
          </a:xfrm>
          <a:prstGeom prst="rect">
            <a:avLst/>
          </a:prstGeom>
          <a:noFill/>
          <a:ln/>
        </p:spPr>
        <p:txBody>
          <a:bodyPr wrap="none" lIns="0" tIns="0" rIns="0" bIns="0" rtlCol="0" anchor="ctr"/>
          <a:lstStyle/>
          <a:p>
            <a:pPr marL="0" indent="0" algn="l">
              <a:lnSpc>
                <a:spcPct val="100000"/>
              </a:lnSpc>
              <a:buNone/>
            </a:pPr>
            <a:r>
              <a:rPr lang="en-US" sz="850" dirty="0">
                <a:solidFill>
                  <a:srgbClr val="161613"/>
                </a:solidFill>
                <a:latin typeface="Leelawadee UI" panose="020B0502040204020203" pitchFamily="34" charset="-34"/>
                <a:ea typeface="DM Sans Light" pitchFamily="34" charset="-122"/>
                <a:cs typeface="Leelawadee UI" panose="020B0502040204020203" pitchFamily="34" charset="-34"/>
              </a:rPr>
              <a:t>03</a:t>
            </a:r>
            <a:endParaRPr lang="en-US" sz="850" dirty="0">
              <a:latin typeface="Leelawadee UI" panose="020B0502040204020203" pitchFamily="34" charset="-34"/>
              <a:cs typeface="Leelawadee UI" panose="020B0502040204020203" pitchFamily="34" charset="-34"/>
            </a:endParaRPr>
          </a:p>
        </p:txBody>
      </p:sp>
      <p:sp>
        <p:nvSpPr>
          <p:cNvPr id="98" name="Shape 12">
            <a:extLst>
              <a:ext uri="{FF2B5EF4-FFF2-40B4-BE49-F238E27FC236}">
                <a16:creationId xmlns:a16="http://schemas.microsoft.com/office/drawing/2014/main" id="{79FED895-DD54-C66B-A683-65FCC80AC10F}"/>
              </a:ext>
            </a:extLst>
          </p:cNvPr>
          <p:cNvSpPr/>
          <p:nvPr/>
        </p:nvSpPr>
        <p:spPr>
          <a:xfrm>
            <a:off x="4362673" y="24567849"/>
            <a:ext cx="4364310" cy="14288"/>
          </a:xfrm>
          <a:prstGeom prst="rect">
            <a:avLst/>
          </a:prstGeom>
          <a:solidFill>
            <a:srgbClr val="28282F"/>
          </a:solidFill>
          <a:ln/>
        </p:spPr>
      </p:sp>
      <p:sp>
        <p:nvSpPr>
          <p:cNvPr id="99" name="Text 13">
            <a:extLst>
              <a:ext uri="{FF2B5EF4-FFF2-40B4-BE49-F238E27FC236}">
                <a16:creationId xmlns:a16="http://schemas.microsoft.com/office/drawing/2014/main" id="{2DD386DE-43C7-9A82-BD90-3597B03DA156}"/>
              </a:ext>
            </a:extLst>
          </p:cNvPr>
          <p:cNvSpPr/>
          <p:nvPr/>
        </p:nvSpPr>
        <p:spPr>
          <a:xfrm>
            <a:off x="4362673" y="24650672"/>
            <a:ext cx="1356717" cy="169515"/>
          </a:xfrm>
          <a:prstGeom prst="rect">
            <a:avLst/>
          </a:prstGeom>
          <a:noFill/>
          <a:ln/>
        </p:spPr>
        <p:txBody>
          <a:bodyPr wrap="none" lIns="0" tIns="0" rIns="0" bIns="0" rtlCol="0" anchor="t"/>
          <a:lstStyle/>
          <a:p>
            <a:pPr marL="0" indent="0" algn="l">
              <a:lnSpc>
                <a:spcPct val="104000"/>
              </a:lnSpc>
              <a:buNone/>
            </a:pPr>
            <a:r>
              <a:rPr lang="en-US" sz="1050" dirty="0">
                <a:solidFill>
                  <a:srgbClr val="161613"/>
                </a:solidFill>
                <a:latin typeface="Leelawadee UI" panose="020B0502040204020203" pitchFamily="34" charset="-34"/>
                <a:ea typeface="DM Sans Medium" pitchFamily="34" charset="-122"/>
                <a:cs typeface="Leelawadee UI" panose="020B0502040204020203" pitchFamily="34" charset="-34"/>
              </a:rPr>
              <a:t>Institutional Change</a:t>
            </a:r>
            <a:endParaRPr lang="en-US" sz="1050" dirty="0">
              <a:latin typeface="Leelawadee UI" panose="020B0502040204020203" pitchFamily="34" charset="-34"/>
              <a:cs typeface="Leelawadee UI" panose="020B0502040204020203" pitchFamily="34" charset="-34"/>
            </a:endParaRPr>
          </a:p>
        </p:txBody>
      </p:sp>
      <p:sp>
        <p:nvSpPr>
          <p:cNvPr id="100" name="Text 14">
            <a:extLst>
              <a:ext uri="{FF2B5EF4-FFF2-40B4-BE49-F238E27FC236}">
                <a16:creationId xmlns:a16="http://schemas.microsoft.com/office/drawing/2014/main" id="{5C8E1BB4-67C2-A408-BEE8-852F7A4B1E3F}"/>
              </a:ext>
            </a:extLst>
          </p:cNvPr>
          <p:cNvSpPr/>
          <p:nvPr/>
        </p:nvSpPr>
        <p:spPr>
          <a:xfrm>
            <a:off x="4362673" y="24915139"/>
            <a:ext cx="4364310" cy="162818"/>
          </a:xfrm>
          <a:prstGeom prst="rect">
            <a:avLst/>
          </a:prstGeom>
          <a:noFill/>
          <a:ln/>
        </p:spPr>
        <p:txBody>
          <a:bodyPr wrap="none" lIns="0" tIns="0" rIns="0" bIns="0" rtlCol="0" anchor="t"/>
          <a:lstStyle/>
          <a:p>
            <a:pPr marL="0" indent="0" algn="l">
              <a:lnSpc>
                <a:spcPct val="125000"/>
              </a:lnSpc>
              <a:buNone/>
            </a:pPr>
            <a:r>
              <a:rPr lang="en-US" sz="850" dirty="0">
                <a:solidFill>
                  <a:srgbClr val="161613"/>
                </a:solidFill>
                <a:latin typeface="Leelawadee UI" panose="020B0502040204020203" pitchFamily="34" charset="-34"/>
                <a:ea typeface="Inter" pitchFamily="34" charset="-122"/>
                <a:cs typeface="Leelawadee UI" panose="020B0502040204020203" pitchFamily="34" charset="-34"/>
              </a:rPr>
              <a:t>Apa yang berubah dalam kebijakan, aturan, dan struktur kelembagaan?</a:t>
            </a:r>
            <a:endParaRPr lang="en-US" sz="850" dirty="0">
              <a:latin typeface="Leelawadee UI" panose="020B0502040204020203" pitchFamily="34" charset="-34"/>
              <a:cs typeface="Leelawadee UI" panose="020B0502040204020203" pitchFamily="34" charset="-34"/>
            </a:endParaRPr>
          </a:p>
        </p:txBody>
      </p:sp>
      <p:sp>
        <p:nvSpPr>
          <p:cNvPr id="101" name="Text 15">
            <a:extLst>
              <a:ext uri="{FF2B5EF4-FFF2-40B4-BE49-F238E27FC236}">
                <a16:creationId xmlns:a16="http://schemas.microsoft.com/office/drawing/2014/main" id="{B08D5711-B998-C8FB-AE70-83A5FF9FAADE}"/>
              </a:ext>
            </a:extLst>
          </p:cNvPr>
          <p:cNvSpPr/>
          <p:nvPr/>
        </p:nvSpPr>
        <p:spPr>
          <a:xfrm>
            <a:off x="4362673" y="25254244"/>
            <a:ext cx="217066" cy="135657"/>
          </a:xfrm>
          <a:prstGeom prst="rect">
            <a:avLst/>
          </a:prstGeom>
          <a:noFill/>
          <a:ln/>
        </p:spPr>
        <p:txBody>
          <a:bodyPr wrap="none" lIns="0" tIns="0" rIns="0" bIns="0" rtlCol="0" anchor="ctr"/>
          <a:lstStyle/>
          <a:p>
            <a:pPr marL="0" indent="0" algn="l">
              <a:lnSpc>
                <a:spcPct val="100000"/>
              </a:lnSpc>
              <a:buNone/>
            </a:pPr>
            <a:r>
              <a:rPr lang="en-US" sz="850" dirty="0">
                <a:solidFill>
                  <a:srgbClr val="161613"/>
                </a:solidFill>
                <a:latin typeface="Leelawadee UI" panose="020B0502040204020203" pitchFamily="34" charset="-34"/>
                <a:ea typeface="DM Sans Light" pitchFamily="34" charset="-122"/>
                <a:cs typeface="Leelawadee UI" panose="020B0502040204020203" pitchFamily="34" charset="-34"/>
              </a:rPr>
              <a:t>04</a:t>
            </a:r>
            <a:endParaRPr lang="en-US" sz="850" dirty="0">
              <a:latin typeface="Leelawadee UI" panose="020B0502040204020203" pitchFamily="34" charset="-34"/>
              <a:cs typeface="Leelawadee UI" panose="020B0502040204020203" pitchFamily="34" charset="-34"/>
            </a:endParaRPr>
          </a:p>
        </p:txBody>
      </p:sp>
      <p:sp>
        <p:nvSpPr>
          <p:cNvPr id="102" name="Shape 16">
            <a:extLst>
              <a:ext uri="{FF2B5EF4-FFF2-40B4-BE49-F238E27FC236}">
                <a16:creationId xmlns:a16="http://schemas.microsoft.com/office/drawing/2014/main" id="{84ABFD17-4B8E-10B1-6641-998A17ECCD58}"/>
              </a:ext>
            </a:extLst>
          </p:cNvPr>
          <p:cNvSpPr/>
          <p:nvPr/>
        </p:nvSpPr>
        <p:spPr>
          <a:xfrm>
            <a:off x="4362673" y="25424355"/>
            <a:ext cx="4364310" cy="14288"/>
          </a:xfrm>
          <a:prstGeom prst="rect">
            <a:avLst/>
          </a:prstGeom>
          <a:solidFill>
            <a:srgbClr val="28282F"/>
          </a:solidFill>
          <a:ln/>
        </p:spPr>
      </p:sp>
      <p:sp>
        <p:nvSpPr>
          <p:cNvPr id="103" name="Text 17">
            <a:extLst>
              <a:ext uri="{FF2B5EF4-FFF2-40B4-BE49-F238E27FC236}">
                <a16:creationId xmlns:a16="http://schemas.microsoft.com/office/drawing/2014/main" id="{83404608-53E5-7190-59AF-01927445FAF6}"/>
              </a:ext>
            </a:extLst>
          </p:cNvPr>
          <p:cNvSpPr/>
          <p:nvPr/>
        </p:nvSpPr>
        <p:spPr>
          <a:xfrm>
            <a:off x="4362673" y="25507178"/>
            <a:ext cx="1356717" cy="169515"/>
          </a:xfrm>
          <a:prstGeom prst="rect">
            <a:avLst/>
          </a:prstGeom>
          <a:noFill/>
          <a:ln/>
        </p:spPr>
        <p:txBody>
          <a:bodyPr wrap="none" lIns="0" tIns="0" rIns="0" bIns="0" rtlCol="0" anchor="t"/>
          <a:lstStyle/>
          <a:p>
            <a:pPr marL="0" indent="0" algn="l">
              <a:lnSpc>
                <a:spcPct val="104000"/>
              </a:lnSpc>
              <a:buNone/>
            </a:pPr>
            <a:r>
              <a:rPr lang="en-US" sz="1050" dirty="0">
                <a:solidFill>
                  <a:srgbClr val="161613"/>
                </a:solidFill>
                <a:latin typeface="Leelawadee UI" panose="020B0502040204020203" pitchFamily="34" charset="-34"/>
                <a:ea typeface="DM Sans Medium" pitchFamily="34" charset="-122"/>
                <a:cs typeface="Leelawadee UI" panose="020B0502040204020203" pitchFamily="34" charset="-34"/>
              </a:rPr>
              <a:t>System Change</a:t>
            </a:r>
            <a:endParaRPr lang="en-US" sz="1050" dirty="0">
              <a:latin typeface="Leelawadee UI" panose="020B0502040204020203" pitchFamily="34" charset="-34"/>
              <a:cs typeface="Leelawadee UI" panose="020B0502040204020203" pitchFamily="34" charset="-34"/>
            </a:endParaRPr>
          </a:p>
        </p:txBody>
      </p:sp>
      <p:sp>
        <p:nvSpPr>
          <p:cNvPr id="104" name="Text 18">
            <a:extLst>
              <a:ext uri="{FF2B5EF4-FFF2-40B4-BE49-F238E27FC236}">
                <a16:creationId xmlns:a16="http://schemas.microsoft.com/office/drawing/2014/main" id="{388C321F-E14E-D37C-7C89-6FB89AB63C19}"/>
              </a:ext>
            </a:extLst>
          </p:cNvPr>
          <p:cNvSpPr/>
          <p:nvPr/>
        </p:nvSpPr>
        <p:spPr>
          <a:xfrm>
            <a:off x="4362673" y="25771645"/>
            <a:ext cx="4364310" cy="162818"/>
          </a:xfrm>
          <a:prstGeom prst="rect">
            <a:avLst/>
          </a:prstGeom>
          <a:noFill/>
          <a:ln/>
        </p:spPr>
        <p:txBody>
          <a:bodyPr wrap="none" lIns="0" tIns="0" rIns="0" bIns="0" rtlCol="0" anchor="t"/>
          <a:lstStyle/>
          <a:p>
            <a:pPr marL="0" indent="0" algn="l">
              <a:lnSpc>
                <a:spcPct val="125000"/>
              </a:lnSpc>
              <a:buNone/>
            </a:pPr>
            <a:r>
              <a:rPr lang="en-US" sz="850" dirty="0">
                <a:solidFill>
                  <a:srgbClr val="161613"/>
                </a:solidFill>
                <a:latin typeface="Leelawadee UI" panose="020B0502040204020203" pitchFamily="34" charset="-34"/>
                <a:ea typeface="Inter" pitchFamily="34" charset="-122"/>
                <a:cs typeface="Leelawadee UI" panose="020B0502040204020203" pitchFamily="34" charset="-34"/>
              </a:rPr>
              <a:t>Apa yang berubah dalam cara sistem sosial-ekologis bekerja secara keseluruhan?</a:t>
            </a:r>
            <a:endParaRPr lang="en-US" sz="850" dirty="0">
              <a:latin typeface="Leelawadee UI" panose="020B0502040204020203" pitchFamily="34" charset="-34"/>
              <a:cs typeface="Leelawadee UI" panose="020B0502040204020203" pitchFamily="34" charset="-34"/>
            </a:endParaRPr>
          </a:p>
        </p:txBody>
      </p:sp>
      <p:sp>
        <p:nvSpPr>
          <p:cNvPr id="105" name="Text 19">
            <a:extLst>
              <a:ext uri="{FF2B5EF4-FFF2-40B4-BE49-F238E27FC236}">
                <a16:creationId xmlns:a16="http://schemas.microsoft.com/office/drawing/2014/main" id="{26B3983E-DFF2-7A06-DC42-90BACCC6B052}"/>
              </a:ext>
            </a:extLst>
          </p:cNvPr>
          <p:cNvSpPr/>
          <p:nvPr/>
        </p:nvSpPr>
        <p:spPr>
          <a:xfrm>
            <a:off x="4362673" y="26110750"/>
            <a:ext cx="217066" cy="135657"/>
          </a:xfrm>
          <a:prstGeom prst="rect">
            <a:avLst/>
          </a:prstGeom>
          <a:noFill/>
          <a:ln/>
        </p:spPr>
        <p:txBody>
          <a:bodyPr wrap="none" lIns="0" tIns="0" rIns="0" bIns="0" rtlCol="0" anchor="ctr"/>
          <a:lstStyle/>
          <a:p>
            <a:pPr marL="0" indent="0" algn="l">
              <a:lnSpc>
                <a:spcPct val="100000"/>
              </a:lnSpc>
              <a:buNone/>
            </a:pPr>
            <a:r>
              <a:rPr lang="en-US" sz="850" dirty="0">
                <a:solidFill>
                  <a:srgbClr val="161613"/>
                </a:solidFill>
                <a:latin typeface="Leelawadee UI" panose="020B0502040204020203" pitchFamily="34" charset="-34"/>
                <a:ea typeface="DM Sans Light" pitchFamily="34" charset="-122"/>
                <a:cs typeface="Leelawadee UI" panose="020B0502040204020203" pitchFamily="34" charset="-34"/>
              </a:rPr>
              <a:t>05</a:t>
            </a:r>
            <a:endParaRPr lang="en-US" sz="850" dirty="0">
              <a:latin typeface="Leelawadee UI" panose="020B0502040204020203" pitchFamily="34" charset="-34"/>
              <a:cs typeface="Leelawadee UI" panose="020B0502040204020203" pitchFamily="34" charset="-34"/>
            </a:endParaRPr>
          </a:p>
        </p:txBody>
      </p:sp>
      <p:sp>
        <p:nvSpPr>
          <p:cNvPr id="106" name="Shape 20">
            <a:extLst>
              <a:ext uri="{FF2B5EF4-FFF2-40B4-BE49-F238E27FC236}">
                <a16:creationId xmlns:a16="http://schemas.microsoft.com/office/drawing/2014/main" id="{AC5D5413-C037-C3D9-C94C-E2DAF6C6E9E6}"/>
              </a:ext>
            </a:extLst>
          </p:cNvPr>
          <p:cNvSpPr/>
          <p:nvPr/>
        </p:nvSpPr>
        <p:spPr>
          <a:xfrm>
            <a:off x="4362673" y="26280861"/>
            <a:ext cx="4364310" cy="14288"/>
          </a:xfrm>
          <a:prstGeom prst="rect">
            <a:avLst/>
          </a:prstGeom>
          <a:solidFill>
            <a:srgbClr val="28282F"/>
          </a:solidFill>
          <a:ln/>
        </p:spPr>
      </p:sp>
      <p:sp>
        <p:nvSpPr>
          <p:cNvPr id="107" name="Text 21">
            <a:extLst>
              <a:ext uri="{FF2B5EF4-FFF2-40B4-BE49-F238E27FC236}">
                <a16:creationId xmlns:a16="http://schemas.microsoft.com/office/drawing/2014/main" id="{30333792-C60D-36C6-0F2A-D6B1642F7C0D}"/>
              </a:ext>
            </a:extLst>
          </p:cNvPr>
          <p:cNvSpPr/>
          <p:nvPr/>
        </p:nvSpPr>
        <p:spPr>
          <a:xfrm>
            <a:off x="4362673" y="26363683"/>
            <a:ext cx="1356717" cy="169515"/>
          </a:xfrm>
          <a:prstGeom prst="rect">
            <a:avLst/>
          </a:prstGeom>
          <a:noFill/>
          <a:ln/>
        </p:spPr>
        <p:txBody>
          <a:bodyPr wrap="none" lIns="0" tIns="0" rIns="0" bIns="0" rtlCol="0" anchor="t"/>
          <a:lstStyle/>
          <a:p>
            <a:pPr marL="0" indent="0" algn="l">
              <a:lnSpc>
                <a:spcPct val="104000"/>
              </a:lnSpc>
              <a:buNone/>
            </a:pPr>
            <a:r>
              <a:rPr lang="en-US" sz="1050" dirty="0">
                <a:solidFill>
                  <a:srgbClr val="161613"/>
                </a:solidFill>
                <a:latin typeface="Leelawadee UI" panose="020B0502040204020203" pitchFamily="34" charset="-34"/>
                <a:ea typeface="DM Sans Medium" pitchFamily="34" charset="-122"/>
                <a:cs typeface="Leelawadee UI" panose="020B0502040204020203" pitchFamily="34" charset="-34"/>
              </a:rPr>
              <a:t>Impact Change</a:t>
            </a:r>
            <a:endParaRPr lang="en-US" sz="1050" dirty="0">
              <a:latin typeface="Leelawadee UI" panose="020B0502040204020203" pitchFamily="34" charset="-34"/>
              <a:cs typeface="Leelawadee UI" panose="020B0502040204020203" pitchFamily="34" charset="-34"/>
            </a:endParaRPr>
          </a:p>
        </p:txBody>
      </p:sp>
      <p:sp>
        <p:nvSpPr>
          <p:cNvPr id="108" name="Text 22">
            <a:extLst>
              <a:ext uri="{FF2B5EF4-FFF2-40B4-BE49-F238E27FC236}">
                <a16:creationId xmlns:a16="http://schemas.microsoft.com/office/drawing/2014/main" id="{BD0DF22A-7512-1230-597A-868976C331AA}"/>
              </a:ext>
            </a:extLst>
          </p:cNvPr>
          <p:cNvSpPr/>
          <p:nvPr/>
        </p:nvSpPr>
        <p:spPr>
          <a:xfrm>
            <a:off x="4362673" y="26628151"/>
            <a:ext cx="4364310" cy="162818"/>
          </a:xfrm>
          <a:prstGeom prst="rect">
            <a:avLst/>
          </a:prstGeom>
          <a:noFill/>
          <a:ln/>
        </p:spPr>
        <p:txBody>
          <a:bodyPr wrap="none" lIns="0" tIns="0" rIns="0" bIns="0" rtlCol="0" anchor="t"/>
          <a:lstStyle/>
          <a:p>
            <a:pPr marL="0" indent="0" algn="l">
              <a:lnSpc>
                <a:spcPct val="125000"/>
              </a:lnSpc>
              <a:buNone/>
            </a:pPr>
            <a:r>
              <a:rPr lang="en-US" sz="850" dirty="0">
                <a:solidFill>
                  <a:srgbClr val="161613"/>
                </a:solidFill>
                <a:latin typeface="Leelawadee UI" panose="020B0502040204020203" pitchFamily="34" charset="-34"/>
                <a:ea typeface="Inter" pitchFamily="34" charset="-122"/>
                <a:cs typeface="Leelawadee UI" panose="020B0502040204020203" pitchFamily="34" charset="-34"/>
              </a:rPr>
              <a:t>Apa yang berubah pada lanskap, masyarakat, dan lingkungan hidup?</a:t>
            </a:r>
            <a:endParaRPr lang="en-US" sz="850" dirty="0">
              <a:latin typeface="Leelawadee UI" panose="020B0502040204020203" pitchFamily="34" charset="-34"/>
              <a:cs typeface="Leelawadee UI" panose="020B0502040204020203" pitchFamily="34" charset="-34"/>
            </a:endParaRPr>
          </a:p>
        </p:txBody>
      </p:sp>
      <p:sp>
        <p:nvSpPr>
          <p:cNvPr id="109" name="Text 0">
            <a:extLst>
              <a:ext uri="{FF2B5EF4-FFF2-40B4-BE49-F238E27FC236}">
                <a16:creationId xmlns:a16="http://schemas.microsoft.com/office/drawing/2014/main" id="{643C5B72-49A7-3700-C97F-A5B197C2976E}"/>
              </a:ext>
            </a:extLst>
          </p:cNvPr>
          <p:cNvSpPr/>
          <p:nvPr/>
        </p:nvSpPr>
        <p:spPr>
          <a:xfrm>
            <a:off x="2029336" y="27477468"/>
            <a:ext cx="5266953" cy="387548"/>
          </a:xfrm>
          <a:prstGeom prst="rect">
            <a:avLst/>
          </a:prstGeom>
          <a:noFill/>
          <a:ln/>
        </p:spPr>
        <p:txBody>
          <a:bodyPr wrap="none" lIns="0" tIns="0" rIns="0" bIns="0" rtlCol="0" anchor="t"/>
          <a:lstStyle/>
          <a:p>
            <a:pPr marL="0" indent="0" algn="ctr">
              <a:lnSpc>
                <a:spcPct val="104000"/>
              </a:lnSpc>
              <a:buNone/>
            </a:pPr>
            <a:r>
              <a:rPr lang="en-US" sz="2400" dirty="0">
                <a:solidFill>
                  <a:srgbClr val="161613"/>
                </a:solidFill>
                <a:latin typeface="Leelawadee UI" panose="020B0502040204020203" pitchFamily="34" charset="-34"/>
                <a:ea typeface="DM Sans Medium" pitchFamily="34" charset="-122"/>
                <a:cs typeface="Leelawadee UI" panose="020B0502040204020203" pitchFamily="34" charset="-34"/>
              </a:rPr>
              <a:t>Dukung Perubahan Berkelanjutan</a:t>
            </a:r>
            <a:endParaRPr lang="en-US" sz="2400" dirty="0">
              <a:latin typeface="Leelawadee UI" panose="020B0502040204020203" pitchFamily="34" charset="-34"/>
              <a:cs typeface="Leelawadee UI" panose="020B0502040204020203" pitchFamily="34" charset="-34"/>
            </a:endParaRPr>
          </a:p>
        </p:txBody>
      </p:sp>
      <p:sp>
        <p:nvSpPr>
          <p:cNvPr id="110" name="Text 1">
            <a:extLst>
              <a:ext uri="{FF2B5EF4-FFF2-40B4-BE49-F238E27FC236}">
                <a16:creationId xmlns:a16="http://schemas.microsoft.com/office/drawing/2014/main" id="{28C5B873-4BAD-B309-4B4F-56875E8A2D6B}"/>
              </a:ext>
            </a:extLst>
          </p:cNvPr>
          <p:cNvSpPr/>
          <p:nvPr/>
        </p:nvSpPr>
        <p:spPr>
          <a:xfrm>
            <a:off x="587052" y="27969852"/>
            <a:ext cx="8151763" cy="630014"/>
          </a:xfrm>
          <a:prstGeom prst="rect">
            <a:avLst/>
          </a:prstGeom>
          <a:noFill/>
          <a:ln/>
        </p:spPr>
        <p:txBody>
          <a:bodyPr wrap="square" lIns="0" tIns="0" rIns="0" bIns="0" rtlCol="0" anchor="t">
            <a:normAutofit lnSpcReduction="10000"/>
          </a:bodyPr>
          <a:lstStyle/>
          <a:p>
            <a:pPr marL="0" indent="0" algn="ctr">
              <a:lnSpc>
                <a:spcPct val="133000"/>
              </a:lnSpc>
              <a:buNone/>
            </a:pPr>
            <a:r>
              <a:rPr lang="en-US" sz="1100" dirty="0">
                <a:solidFill>
                  <a:srgbClr val="161613"/>
                </a:solidFill>
                <a:latin typeface="Leelawadee UI" panose="020B0502040204020203" pitchFamily="34" charset="-34"/>
                <a:ea typeface="Inter" pitchFamily="34" charset="-122"/>
                <a:cs typeface="Leelawadee UI" panose="020B0502040204020203" pitchFamily="34" charset="-34"/>
              </a:rPr>
              <a:t>Dampak yang telah kami capai adalah hasil dari kolaborasi dan dukungan berbagai pihak—pemerintah, swasta, masyarakat, dan mitra internasional. </a:t>
            </a:r>
            <a:r>
              <a:rPr lang="en-US" sz="1100" b="1" dirty="0">
                <a:solidFill>
                  <a:srgbClr val="161613"/>
                </a:solidFill>
                <a:latin typeface="Leelawadee UI" panose="020B0502040204020203" pitchFamily="34" charset="-34"/>
                <a:ea typeface="Inter" pitchFamily="34" charset="-122"/>
                <a:cs typeface="Leelawadee UI" panose="020B0502040204020203" pitchFamily="34" charset="-34"/>
              </a:rPr>
              <a:t>Anda juga dapat menjadi bagian dari perubahan</a:t>
            </a:r>
            <a:r>
              <a:rPr lang="en-US" sz="1100" dirty="0">
                <a:solidFill>
                  <a:srgbClr val="161613"/>
                </a:solidFill>
                <a:latin typeface="Leelawadee UI" panose="020B0502040204020203" pitchFamily="34" charset="-34"/>
                <a:ea typeface="Inter" pitchFamily="34" charset="-122"/>
                <a:cs typeface="Leelawadee UI" panose="020B0502040204020203" pitchFamily="34" charset="-34"/>
              </a:rPr>
              <a:t> menuju lanskap yang sehat dan masyarakat yang sejahtera di Indonesia.</a:t>
            </a:r>
            <a:endParaRPr lang="en-US" sz="1100" dirty="0">
              <a:latin typeface="Leelawadee UI" panose="020B0502040204020203" pitchFamily="34" charset="-34"/>
              <a:cs typeface="Leelawadee UI" panose="020B0502040204020203" pitchFamily="34" charset="-34"/>
            </a:endParaRPr>
          </a:p>
        </p:txBody>
      </p:sp>
      <p:sp>
        <p:nvSpPr>
          <p:cNvPr id="111" name="Shape 2">
            <a:extLst>
              <a:ext uri="{FF2B5EF4-FFF2-40B4-BE49-F238E27FC236}">
                <a16:creationId xmlns:a16="http://schemas.microsoft.com/office/drawing/2014/main" id="{CDA5C13D-3065-B655-AF5F-F30652C015E4}"/>
              </a:ext>
            </a:extLst>
          </p:cNvPr>
          <p:cNvSpPr/>
          <p:nvPr/>
        </p:nvSpPr>
        <p:spPr>
          <a:xfrm>
            <a:off x="587052" y="28739391"/>
            <a:ext cx="2634555" cy="1592238"/>
          </a:xfrm>
          <a:prstGeom prst="roundRect">
            <a:avLst>
              <a:gd name="adj" fmla="val 1169"/>
            </a:avLst>
          </a:prstGeom>
          <a:solidFill>
            <a:srgbClr val="EDEBE3"/>
          </a:solidFill>
          <a:ln/>
        </p:spPr>
      </p:sp>
      <p:sp>
        <p:nvSpPr>
          <p:cNvPr id="112" name="Text 3">
            <a:extLst>
              <a:ext uri="{FF2B5EF4-FFF2-40B4-BE49-F238E27FC236}">
                <a16:creationId xmlns:a16="http://schemas.microsoft.com/office/drawing/2014/main" id="{0CDF77DD-6358-3118-25BF-82031C70FC09}"/>
              </a:ext>
            </a:extLst>
          </p:cNvPr>
          <p:cNvSpPr/>
          <p:nvPr/>
        </p:nvSpPr>
        <p:spPr>
          <a:xfrm>
            <a:off x="711025" y="28863365"/>
            <a:ext cx="1550566" cy="193849"/>
          </a:xfrm>
          <a:prstGeom prst="rect">
            <a:avLst/>
          </a:prstGeom>
          <a:noFill/>
          <a:ln/>
        </p:spPr>
        <p:txBody>
          <a:bodyPr wrap="none" lIns="0" tIns="0" rIns="0" bIns="0" rtlCol="0" anchor="t"/>
          <a:lstStyle/>
          <a:p>
            <a:pPr marL="0" indent="0" algn="l">
              <a:lnSpc>
                <a:spcPct val="104000"/>
              </a:lnSpc>
              <a:buNone/>
            </a:pPr>
            <a:r>
              <a:rPr lang="en-US" sz="1200" dirty="0">
                <a:solidFill>
                  <a:srgbClr val="000000"/>
                </a:solidFill>
                <a:latin typeface="Leelawadee UI" panose="020B0502040204020203" pitchFamily="34" charset="-34"/>
                <a:ea typeface="DM Sans Medium" pitchFamily="34" charset="-122"/>
                <a:cs typeface="Leelawadee UI" panose="020B0502040204020203" pitchFamily="34" charset="-34"/>
              </a:rPr>
              <a:t>💚</a:t>
            </a:r>
            <a:r>
              <a:rPr lang="en-US" sz="1200" dirty="0">
                <a:solidFill>
                  <a:srgbClr val="161613"/>
                </a:solidFill>
                <a:latin typeface="Leelawadee UI" panose="020B0502040204020203" pitchFamily="34" charset="-34"/>
                <a:ea typeface="DM Sans Medium" pitchFamily="34" charset="-122"/>
                <a:cs typeface="Leelawadee UI" panose="020B0502040204020203" pitchFamily="34" charset="-34"/>
              </a:rPr>
              <a:t> Donasi Sekarang</a:t>
            </a:r>
            <a:endParaRPr lang="en-US" sz="1200" dirty="0">
              <a:latin typeface="Leelawadee UI" panose="020B0502040204020203" pitchFamily="34" charset="-34"/>
              <a:cs typeface="Leelawadee UI" panose="020B0502040204020203" pitchFamily="34" charset="-34"/>
            </a:endParaRPr>
          </a:p>
        </p:txBody>
      </p:sp>
      <p:sp>
        <p:nvSpPr>
          <p:cNvPr id="113" name="Text 4">
            <a:extLst>
              <a:ext uri="{FF2B5EF4-FFF2-40B4-BE49-F238E27FC236}">
                <a16:creationId xmlns:a16="http://schemas.microsoft.com/office/drawing/2014/main" id="{8269BC13-7194-B64E-C775-50C1FC5D0846}"/>
              </a:ext>
            </a:extLst>
          </p:cNvPr>
          <p:cNvSpPr/>
          <p:nvPr/>
        </p:nvSpPr>
        <p:spPr>
          <a:xfrm>
            <a:off x="711025" y="29131627"/>
            <a:ext cx="2386608" cy="595387"/>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161613"/>
                </a:solidFill>
                <a:latin typeface="Leelawadee UI" panose="020B0502040204020203" pitchFamily="34" charset="-34"/>
                <a:ea typeface="Inter" pitchFamily="34" charset="-122"/>
                <a:cs typeface="Leelawadee UI" panose="020B0502040204020203" pitchFamily="34" charset="-34"/>
              </a:rPr>
              <a:t>Dukung program restorasi dan tata kelola lanskap YNKI secara langsung melalui donasi Anda.</a:t>
            </a:r>
            <a:endParaRPr lang="en-US" sz="950" dirty="0">
              <a:latin typeface="Leelawadee UI" panose="020B0502040204020203" pitchFamily="34" charset="-34"/>
              <a:cs typeface="Leelawadee UI" panose="020B0502040204020203" pitchFamily="34" charset="-34"/>
            </a:endParaRPr>
          </a:p>
        </p:txBody>
      </p:sp>
      <p:pic>
        <p:nvPicPr>
          <p:cNvPr id="114" name="Image 0" descr="preencoded.png">
            <a:hlinkClick r:id="" action="ppaction://noaction"/>
            <a:extLst>
              <a:ext uri="{FF2B5EF4-FFF2-40B4-BE49-F238E27FC236}">
                <a16:creationId xmlns:a16="http://schemas.microsoft.com/office/drawing/2014/main" id="{856A6BDD-0100-9AB4-C6F0-345A3E17F3C9}"/>
              </a:ext>
            </a:extLst>
          </p:cNvPr>
          <p:cNvPicPr>
            <a:picLocks noChangeAspect="1"/>
          </p:cNvPicPr>
          <p:nvPr/>
        </p:nvPicPr>
        <p:blipFill>
          <a:blip r:embed="rId17"/>
          <a:stretch>
            <a:fillRect/>
          </a:stretch>
        </p:blipFill>
        <p:spPr>
          <a:xfrm>
            <a:off x="711025" y="29866540"/>
            <a:ext cx="1260202" cy="341114"/>
          </a:xfrm>
          <a:prstGeom prst="rect">
            <a:avLst/>
          </a:prstGeom>
        </p:spPr>
      </p:pic>
      <p:sp>
        <p:nvSpPr>
          <p:cNvPr id="115" name="Shape 5">
            <a:extLst>
              <a:ext uri="{FF2B5EF4-FFF2-40B4-BE49-F238E27FC236}">
                <a16:creationId xmlns:a16="http://schemas.microsoft.com/office/drawing/2014/main" id="{5935958F-ABEC-D8C4-05C8-D1B021CE00D3}"/>
              </a:ext>
            </a:extLst>
          </p:cNvPr>
          <p:cNvSpPr/>
          <p:nvPr/>
        </p:nvSpPr>
        <p:spPr>
          <a:xfrm>
            <a:off x="3345581" y="28739391"/>
            <a:ext cx="2634630" cy="1592238"/>
          </a:xfrm>
          <a:prstGeom prst="roundRect">
            <a:avLst>
              <a:gd name="adj" fmla="val 1169"/>
            </a:avLst>
          </a:prstGeom>
          <a:solidFill>
            <a:srgbClr val="EDEBE3"/>
          </a:solidFill>
          <a:ln/>
        </p:spPr>
      </p:sp>
      <p:sp>
        <p:nvSpPr>
          <p:cNvPr id="116" name="Text 6">
            <a:extLst>
              <a:ext uri="{FF2B5EF4-FFF2-40B4-BE49-F238E27FC236}">
                <a16:creationId xmlns:a16="http://schemas.microsoft.com/office/drawing/2014/main" id="{A43C4471-22CF-F745-D8C8-C76ED0B6CE68}"/>
              </a:ext>
            </a:extLst>
          </p:cNvPr>
          <p:cNvSpPr/>
          <p:nvPr/>
        </p:nvSpPr>
        <p:spPr>
          <a:xfrm>
            <a:off x="3469555" y="28863365"/>
            <a:ext cx="1827461" cy="193849"/>
          </a:xfrm>
          <a:prstGeom prst="rect">
            <a:avLst/>
          </a:prstGeom>
          <a:noFill/>
          <a:ln/>
        </p:spPr>
        <p:txBody>
          <a:bodyPr wrap="none" lIns="0" tIns="0" rIns="0" bIns="0" rtlCol="0" anchor="t"/>
          <a:lstStyle/>
          <a:p>
            <a:pPr marL="0" indent="0" algn="l">
              <a:lnSpc>
                <a:spcPct val="104000"/>
              </a:lnSpc>
              <a:buNone/>
            </a:pPr>
            <a:r>
              <a:rPr lang="en-US" sz="1200" dirty="0">
                <a:solidFill>
                  <a:srgbClr val="000000"/>
                </a:solidFill>
                <a:latin typeface="Leelawadee UI" panose="020B0502040204020203" pitchFamily="34" charset="-34"/>
                <a:ea typeface="DM Sans Medium" pitchFamily="34" charset="-122"/>
                <a:cs typeface="Leelawadee UI" panose="020B0502040204020203" pitchFamily="34" charset="-34"/>
              </a:rPr>
              <a:t>🌿</a:t>
            </a:r>
            <a:r>
              <a:rPr lang="en-US" sz="1200" dirty="0">
                <a:solidFill>
                  <a:srgbClr val="161613"/>
                </a:solidFill>
                <a:latin typeface="Leelawadee UI" panose="020B0502040204020203" pitchFamily="34" charset="-34"/>
                <a:ea typeface="DM Sans Medium" pitchFamily="34" charset="-122"/>
                <a:cs typeface="Leelawadee UI" panose="020B0502040204020203" pitchFamily="34" charset="-34"/>
              </a:rPr>
              <a:t> Jelajahi Program Kami</a:t>
            </a:r>
            <a:endParaRPr lang="en-US" sz="1200" dirty="0">
              <a:latin typeface="Leelawadee UI" panose="020B0502040204020203" pitchFamily="34" charset="-34"/>
              <a:cs typeface="Leelawadee UI" panose="020B0502040204020203" pitchFamily="34" charset="-34"/>
            </a:endParaRPr>
          </a:p>
        </p:txBody>
      </p:sp>
      <p:sp>
        <p:nvSpPr>
          <p:cNvPr id="117" name="Text 7">
            <a:extLst>
              <a:ext uri="{FF2B5EF4-FFF2-40B4-BE49-F238E27FC236}">
                <a16:creationId xmlns:a16="http://schemas.microsoft.com/office/drawing/2014/main" id="{CF78F5AA-7E4F-CC6A-6FF9-75F0FF991D36}"/>
              </a:ext>
            </a:extLst>
          </p:cNvPr>
          <p:cNvSpPr/>
          <p:nvPr/>
        </p:nvSpPr>
        <p:spPr>
          <a:xfrm>
            <a:off x="3469555" y="29131627"/>
            <a:ext cx="2386682" cy="595387"/>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161613"/>
                </a:solidFill>
                <a:latin typeface="Leelawadee UI" panose="020B0502040204020203" pitchFamily="34" charset="-34"/>
                <a:ea typeface="Inter" pitchFamily="34" charset="-122"/>
                <a:cs typeface="Leelawadee UI" panose="020B0502040204020203" pitchFamily="34" charset="-34"/>
              </a:rPr>
              <a:t>Pelajari lebih dalam program-program YNKI yang berjalan di berbagai lanskap prioritas.</a:t>
            </a:r>
            <a:endParaRPr lang="en-US" sz="950" dirty="0">
              <a:latin typeface="Leelawadee UI" panose="020B0502040204020203" pitchFamily="34" charset="-34"/>
              <a:cs typeface="Leelawadee UI" panose="020B0502040204020203" pitchFamily="34" charset="-34"/>
            </a:endParaRPr>
          </a:p>
        </p:txBody>
      </p:sp>
      <p:pic>
        <p:nvPicPr>
          <p:cNvPr id="118" name="Image 1" descr="preencoded.png">
            <a:hlinkClick r:id="" action="ppaction://noaction"/>
            <a:extLst>
              <a:ext uri="{FF2B5EF4-FFF2-40B4-BE49-F238E27FC236}">
                <a16:creationId xmlns:a16="http://schemas.microsoft.com/office/drawing/2014/main" id="{C423A61A-ACDC-6C5A-72D1-EAD4880D8106}"/>
              </a:ext>
            </a:extLst>
          </p:cNvPr>
          <p:cNvPicPr>
            <a:picLocks noChangeAspect="1"/>
          </p:cNvPicPr>
          <p:nvPr/>
        </p:nvPicPr>
        <p:blipFill>
          <a:blip r:embed="rId18"/>
          <a:stretch>
            <a:fillRect/>
          </a:stretch>
        </p:blipFill>
        <p:spPr>
          <a:xfrm>
            <a:off x="3469555" y="29866540"/>
            <a:ext cx="1092026" cy="341114"/>
          </a:xfrm>
          <a:prstGeom prst="rect">
            <a:avLst/>
          </a:prstGeom>
        </p:spPr>
      </p:pic>
      <p:sp>
        <p:nvSpPr>
          <p:cNvPr id="119" name="Shape 8">
            <a:extLst>
              <a:ext uri="{FF2B5EF4-FFF2-40B4-BE49-F238E27FC236}">
                <a16:creationId xmlns:a16="http://schemas.microsoft.com/office/drawing/2014/main" id="{07000EE9-8D96-3F9A-AC63-0CF6DFB2D7EC}"/>
              </a:ext>
            </a:extLst>
          </p:cNvPr>
          <p:cNvSpPr/>
          <p:nvPr/>
        </p:nvSpPr>
        <p:spPr>
          <a:xfrm>
            <a:off x="6104185" y="28739391"/>
            <a:ext cx="2634555" cy="1592238"/>
          </a:xfrm>
          <a:prstGeom prst="roundRect">
            <a:avLst>
              <a:gd name="adj" fmla="val 1169"/>
            </a:avLst>
          </a:prstGeom>
          <a:solidFill>
            <a:srgbClr val="EDEBE3"/>
          </a:solidFill>
          <a:ln/>
        </p:spPr>
      </p:sp>
      <p:sp>
        <p:nvSpPr>
          <p:cNvPr id="120" name="Text 9">
            <a:extLst>
              <a:ext uri="{FF2B5EF4-FFF2-40B4-BE49-F238E27FC236}">
                <a16:creationId xmlns:a16="http://schemas.microsoft.com/office/drawing/2014/main" id="{C5FC640A-5C33-6296-22A9-1A36EF3F26C5}"/>
              </a:ext>
            </a:extLst>
          </p:cNvPr>
          <p:cNvSpPr/>
          <p:nvPr/>
        </p:nvSpPr>
        <p:spPr>
          <a:xfrm>
            <a:off x="6228158" y="28863365"/>
            <a:ext cx="2064395" cy="193849"/>
          </a:xfrm>
          <a:prstGeom prst="rect">
            <a:avLst/>
          </a:prstGeom>
          <a:noFill/>
          <a:ln/>
        </p:spPr>
        <p:txBody>
          <a:bodyPr wrap="none" lIns="0" tIns="0" rIns="0" bIns="0" rtlCol="0" anchor="t"/>
          <a:lstStyle/>
          <a:p>
            <a:pPr marL="0" indent="0" algn="l">
              <a:lnSpc>
                <a:spcPct val="104000"/>
              </a:lnSpc>
              <a:buNone/>
            </a:pPr>
            <a:r>
              <a:rPr lang="en-US" sz="1200" dirty="0">
                <a:solidFill>
                  <a:srgbClr val="000000"/>
                </a:solidFill>
                <a:latin typeface="Leelawadee UI" panose="020B0502040204020203" pitchFamily="34" charset="-34"/>
                <a:ea typeface="DM Sans Medium" pitchFamily="34" charset="-122"/>
                <a:cs typeface="Leelawadee UI" panose="020B0502040204020203" pitchFamily="34" charset="-34"/>
              </a:rPr>
              <a:t>📚</a:t>
            </a:r>
            <a:r>
              <a:rPr lang="en-US" sz="1200" dirty="0">
                <a:solidFill>
                  <a:srgbClr val="161613"/>
                </a:solidFill>
                <a:latin typeface="Leelawadee UI" panose="020B0502040204020203" pitchFamily="34" charset="-34"/>
                <a:ea typeface="DM Sans Medium" pitchFamily="34" charset="-122"/>
                <a:cs typeface="Leelawadee UI" panose="020B0502040204020203" pitchFamily="34" charset="-34"/>
              </a:rPr>
              <a:t> Baca Publikasi &amp; Laporan</a:t>
            </a:r>
            <a:endParaRPr lang="en-US" sz="1200" dirty="0">
              <a:latin typeface="Leelawadee UI" panose="020B0502040204020203" pitchFamily="34" charset="-34"/>
              <a:cs typeface="Leelawadee UI" panose="020B0502040204020203" pitchFamily="34" charset="-34"/>
            </a:endParaRPr>
          </a:p>
        </p:txBody>
      </p:sp>
      <p:sp>
        <p:nvSpPr>
          <p:cNvPr id="121" name="Text 10">
            <a:extLst>
              <a:ext uri="{FF2B5EF4-FFF2-40B4-BE49-F238E27FC236}">
                <a16:creationId xmlns:a16="http://schemas.microsoft.com/office/drawing/2014/main" id="{BFC997FF-16F9-CFCB-D65A-19E40201CA84}"/>
              </a:ext>
            </a:extLst>
          </p:cNvPr>
          <p:cNvSpPr/>
          <p:nvPr/>
        </p:nvSpPr>
        <p:spPr>
          <a:xfrm>
            <a:off x="6228158" y="29131627"/>
            <a:ext cx="2386608" cy="396925"/>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161613"/>
                </a:solidFill>
                <a:latin typeface="Leelawadee UI" panose="020B0502040204020203" pitchFamily="34" charset="-34"/>
                <a:ea typeface="Inter" pitchFamily="34" charset="-122"/>
                <a:cs typeface="Leelawadee UI" panose="020B0502040204020203" pitchFamily="34" charset="-34"/>
              </a:rPr>
              <a:t>Akses publikasi, laporan tahunan, dan kajian tematik dari sistem MEL YNKI.</a:t>
            </a:r>
            <a:endParaRPr lang="en-US" sz="950" dirty="0">
              <a:latin typeface="Leelawadee UI" panose="020B0502040204020203" pitchFamily="34" charset="-34"/>
              <a:cs typeface="Leelawadee UI" panose="020B0502040204020203" pitchFamily="34" charset="-34"/>
            </a:endParaRPr>
          </a:p>
        </p:txBody>
      </p:sp>
      <p:pic>
        <p:nvPicPr>
          <p:cNvPr id="122" name="Image 2" descr="preencoded.png">
            <a:hlinkClick r:id="" action="ppaction://noaction"/>
            <a:extLst>
              <a:ext uri="{FF2B5EF4-FFF2-40B4-BE49-F238E27FC236}">
                <a16:creationId xmlns:a16="http://schemas.microsoft.com/office/drawing/2014/main" id="{9B47C85A-387D-9BFD-69C7-20EABF217077}"/>
              </a:ext>
            </a:extLst>
          </p:cNvPr>
          <p:cNvPicPr>
            <a:picLocks noChangeAspect="1"/>
          </p:cNvPicPr>
          <p:nvPr/>
        </p:nvPicPr>
        <p:blipFill>
          <a:blip r:embed="rId19"/>
          <a:stretch>
            <a:fillRect/>
          </a:stretch>
        </p:blipFill>
        <p:spPr>
          <a:xfrm>
            <a:off x="6228158" y="29668078"/>
            <a:ext cx="1667396" cy="341114"/>
          </a:xfrm>
          <a:prstGeom prst="rect">
            <a:avLst/>
          </a:prstGeom>
        </p:spPr>
      </p:pic>
      <p:sp>
        <p:nvSpPr>
          <p:cNvPr id="123" name="Shape 0">
            <a:extLst>
              <a:ext uri="{FF2B5EF4-FFF2-40B4-BE49-F238E27FC236}">
                <a16:creationId xmlns:a16="http://schemas.microsoft.com/office/drawing/2014/main" id="{FF1EF545-7EEA-280F-9B44-CB994DC8CE73}"/>
              </a:ext>
            </a:extLst>
          </p:cNvPr>
          <p:cNvSpPr/>
          <p:nvPr/>
        </p:nvSpPr>
        <p:spPr>
          <a:xfrm>
            <a:off x="584000" y="30733836"/>
            <a:ext cx="2412281" cy="2359744"/>
          </a:xfrm>
          <a:prstGeom prst="roundRect">
            <a:avLst>
              <a:gd name="adj" fmla="val 789"/>
            </a:avLst>
          </a:prstGeom>
          <a:solidFill>
            <a:srgbClr val="28282F"/>
          </a:solidFill>
          <a:ln/>
        </p:spPr>
      </p:sp>
      <p:sp>
        <p:nvSpPr>
          <p:cNvPr id="124" name="Text 1">
            <a:extLst>
              <a:ext uri="{FF2B5EF4-FFF2-40B4-BE49-F238E27FC236}">
                <a16:creationId xmlns:a16="http://schemas.microsoft.com/office/drawing/2014/main" id="{F98609E1-1F31-EE74-6670-E9D218B7EF54}"/>
              </a:ext>
            </a:extLst>
          </p:cNvPr>
          <p:cNvSpPr/>
          <p:nvPr/>
        </p:nvSpPr>
        <p:spPr>
          <a:xfrm>
            <a:off x="707974" y="30857809"/>
            <a:ext cx="2164333" cy="387697"/>
          </a:xfrm>
          <a:prstGeom prst="rect">
            <a:avLst/>
          </a:prstGeom>
          <a:noFill/>
          <a:ln/>
        </p:spPr>
        <p:txBody>
          <a:bodyPr wrap="square" lIns="0" tIns="0" rIns="0" bIns="0" rtlCol="0" anchor="t">
            <a:normAutofit/>
          </a:bodyPr>
          <a:lstStyle/>
          <a:p>
            <a:pPr marL="0" indent="0" algn="l">
              <a:lnSpc>
                <a:spcPct val="104000"/>
              </a:lnSpc>
              <a:buNone/>
            </a:pPr>
            <a:r>
              <a:rPr lang="en-US" sz="1200" dirty="0">
                <a:solidFill>
                  <a:srgbClr val="FFFFFF"/>
                </a:solidFill>
                <a:latin typeface="Leelawadee UI" panose="020B0502040204020203" pitchFamily="34" charset="-34"/>
                <a:ea typeface="DM Sans Medium" pitchFamily="34" charset="-122"/>
                <a:cs typeface="Leelawadee UI" panose="020B0502040204020203" pitchFamily="34" charset="-34"/>
              </a:rPr>
              <a:t>Yayasan Natural Kapital Indonesia</a:t>
            </a:r>
            <a:endParaRPr lang="en-US" sz="1200" dirty="0">
              <a:latin typeface="Leelawadee UI" panose="020B0502040204020203" pitchFamily="34" charset="-34"/>
              <a:cs typeface="Leelawadee UI" panose="020B0502040204020203" pitchFamily="34" charset="-34"/>
            </a:endParaRPr>
          </a:p>
        </p:txBody>
      </p:sp>
      <p:sp>
        <p:nvSpPr>
          <p:cNvPr id="125" name="Text 2">
            <a:extLst>
              <a:ext uri="{FF2B5EF4-FFF2-40B4-BE49-F238E27FC236}">
                <a16:creationId xmlns:a16="http://schemas.microsoft.com/office/drawing/2014/main" id="{0FC19406-B676-B902-8188-0243C86D590A}"/>
              </a:ext>
            </a:extLst>
          </p:cNvPr>
          <p:cNvSpPr/>
          <p:nvPr/>
        </p:nvSpPr>
        <p:spPr>
          <a:xfrm>
            <a:off x="707974" y="31369481"/>
            <a:ext cx="2164333" cy="1612478"/>
          </a:xfrm>
          <a:prstGeom prst="rect">
            <a:avLst/>
          </a:prstGeom>
          <a:noFill/>
          <a:ln/>
        </p:spPr>
        <p:txBody>
          <a:bodyPr wrap="square" lIns="0" tIns="0" rIns="0" bIns="0" rtlCol="0" anchor="t"/>
          <a:lstStyle/>
          <a:p>
            <a:pPr marL="0" indent="0" algn="l">
              <a:lnSpc>
                <a:spcPct val="133000"/>
              </a:lnSpc>
              <a:spcAft>
                <a:spcPts val="850"/>
              </a:spcAft>
              <a:buNone/>
            </a:pPr>
            <a:r>
              <a:rPr lang="en-US" sz="950" i="1" dirty="0">
                <a:solidFill>
                  <a:srgbClr val="FFFFFF"/>
                </a:solidFill>
                <a:latin typeface="Leelawadee UI" panose="020B0502040204020203" pitchFamily="34" charset="-34"/>
                <a:ea typeface="Inter" pitchFamily="34" charset="-122"/>
                <a:cs typeface="Leelawadee UI" panose="020B0502040204020203" pitchFamily="34" charset="-34"/>
              </a:rPr>
              <a:t>Nature for Life</a:t>
            </a:r>
            <a:endParaRPr lang="en-US" sz="950" dirty="0">
              <a:latin typeface="Leelawadee UI" panose="020B0502040204020203" pitchFamily="34" charset="-34"/>
              <a:cs typeface="Leelawadee UI" panose="020B0502040204020203" pitchFamily="34" charset="-34"/>
            </a:endParaRPr>
          </a:p>
          <a:p>
            <a:pPr marL="0" indent="0" algn="l">
              <a:lnSpc>
                <a:spcPct val="133000"/>
              </a:lnSpc>
              <a:spcAft>
                <a:spcPts val="850"/>
              </a:spcAft>
              <a:buNone/>
            </a:pPr>
            <a:r>
              <a:rPr lang="en-US" sz="950" dirty="0">
                <a:solidFill>
                  <a:srgbClr val="FFFFFF"/>
                </a:solidFill>
                <a:latin typeface="Leelawadee UI" panose="020B0502040204020203" pitchFamily="34" charset="-34"/>
                <a:ea typeface="Inter" pitchFamily="34" charset="-122"/>
                <a:cs typeface="Leelawadee UI" panose="020B0502040204020203" pitchFamily="34" charset="-34"/>
              </a:rPr>
              <a:t>Strengthening Inclusive and Collaborative Landscape Governance for Healthy Landscapes and Thriving Communities.</a:t>
            </a:r>
            <a:endParaRPr lang="en-US" sz="950" dirty="0">
              <a:latin typeface="Leelawadee UI" panose="020B0502040204020203" pitchFamily="34" charset="-34"/>
              <a:cs typeface="Leelawadee UI" panose="020B0502040204020203" pitchFamily="34" charset="-34"/>
            </a:endParaRPr>
          </a:p>
          <a:p>
            <a:pPr marL="0" indent="0" algn="l">
              <a:lnSpc>
                <a:spcPct val="133000"/>
              </a:lnSpc>
              <a:buNone/>
            </a:pPr>
            <a:r>
              <a:rPr lang="en-US" sz="950" dirty="0">
                <a:solidFill>
                  <a:srgbClr val="FFFFFF"/>
                </a:solidFill>
                <a:latin typeface="Leelawadee UI" panose="020B0502040204020203" pitchFamily="34" charset="-34"/>
                <a:ea typeface="Inter" pitchFamily="34" charset="-122"/>
                <a:cs typeface="Leelawadee UI" panose="020B0502040204020203" pitchFamily="34" charset="-34"/>
              </a:rPr>
              <a:t>Jalan Karna Sosial, Pontianak,</a:t>
            </a:r>
            <a:endParaRPr lang="en-US" sz="950" dirty="0">
              <a:latin typeface="Leelawadee UI" panose="020B0502040204020203" pitchFamily="34" charset="-34"/>
              <a:cs typeface="Leelawadee UI" panose="020B0502040204020203" pitchFamily="34" charset="-34"/>
            </a:endParaRPr>
          </a:p>
          <a:p>
            <a:pPr marL="0" indent="0" algn="l">
              <a:lnSpc>
                <a:spcPct val="133000"/>
              </a:lnSpc>
              <a:buNone/>
            </a:pPr>
            <a:r>
              <a:rPr lang="en-US" sz="950" dirty="0">
                <a:solidFill>
                  <a:srgbClr val="FFFFFF"/>
                </a:solidFill>
                <a:latin typeface="Leelawadee UI" panose="020B0502040204020203" pitchFamily="34" charset="-34"/>
                <a:ea typeface="Inter" pitchFamily="34" charset="-122"/>
                <a:cs typeface="Leelawadee UI" panose="020B0502040204020203" pitchFamily="34" charset="-34"/>
              </a:rPr>
              <a:t>Kalimantan Barat 78121</a:t>
            </a:r>
            <a:endParaRPr lang="en-US" sz="950" dirty="0">
              <a:latin typeface="Leelawadee UI" panose="020B0502040204020203" pitchFamily="34" charset="-34"/>
              <a:cs typeface="Leelawadee UI" panose="020B0502040204020203" pitchFamily="34" charset="-34"/>
            </a:endParaRPr>
          </a:p>
        </p:txBody>
      </p:sp>
      <p:sp>
        <p:nvSpPr>
          <p:cNvPr id="126" name="Text 3">
            <a:extLst>
              <a:ext uri="{FF2B5EF4-FFF2-40B4-BE49-F238E27FC236}">
                <a16:creationId xmlns:a16="http://schemas.microsoft.com/office/drawing/2014/main" id="{C330AF51-2BD0-94D7-05D2-027E37655613}"/>
              </a:ext>
            </a:extLst>
          </p:cNvPr>
          <p:cNvSpPr/>
          <p:nvPr/>
        </p:nvSpPr>
        <p:spPr>
          <a:xfrm>
            <a:off x="3214314" y="30857809"/>
            <a:ext cx="2007766" cy="193849"/>
          </a:xfrm>
          <a:prstGeom prst="rect">
            <a:avLst/>
          </a:prstGeom>
          <a:noFill/>
          <a:ln/>
        </p:spPr>
        <p:txBody>
          <a:bodyPr wrap="none" lIns="0" tIns="0" rIns="0" bIns="0" rtlCol="0" anchor="t"/>
          <a:lstStyle/>
          <a:p>
            <a:pPr marL="0" indent="0" algn="l">
              <a:lnSpc>
                <a:spcPct val="104000"/>
              </a:lnSpc>
              <a:buNone/>
            </a:pPr>
            <a:r>
              <a:rPr lang="en-US" sz="1200" dirty="0">
                <a:solidFill>
                  <a:srgbClr val="161613"/>
                </a:solidFill>
                <a:latin typeface="Leelawadee UI" panose="020B0502040204020203" pitchFamily="34" charset="-34"/>
                <a:ea typeface="DM Sans Medium" pitchFamily="34" charset="-122"/>
                <a:cs typeface="Leelawadee UI" panose="020B0502040204020203" pitchFamily="34" charset="-34"/>
              </a:rPr>
              <a:t>Tautan Cepat</a:t>
            </a:r>
            <a:endParaRPr lang="en-US" sz="1200" dirty="0">
              <a:latin typeface="Leelawadee UI" panose="020B0502040204020203" pitchFamily="34" charset="-34"/>
              <a:cs typeface="Leelawadee UI" panose="020B0502040204020203" pitchFamily="34" charset="-34"/>
            </a:endParaRPr>
          </a:p>
        </p:txBody>
      </p:sp>
      <p:sp>
        <p:nvSpPr>
          <p:cNvPr id="127" name="Text 4">
            <a:extLst>
              <a:ext uri="{FF2B5EF4-FFF2-40B4-BE49-F238E27FC236}">
                <a16:creationId xmlns:a16="http://schemas.microsoft.com/office/drawing/2014/main" id="{05966B43-646A-7AE4-7AAA-79DA2F1ED170}"/>
              </a:ext>
            </a:extLst>
          </p:cNvPr>
          <p:cNvSpPr/>
          <p:nvPr/>
        </p:nvSpPr>
        <p:spPr>
          <a:xfrm>
            <a:off x="3214314" y="31175632"/>
            <a:ext cx="1811015" cy="1165845"/>
          </a:xfrm>
          <a:prstGeom prst="rect">
            <a:avLst/>
          </a:prstGeom>
          <a:noFill/>
          <a:ln/>
        </p:spPr>
        <p:txBody>
          <a:bodyPr wrap="square" lIns="0" tIns="0" rIns="0" bIns="0" rtlCol="0" anchor="t">
            <a:normAutofit/>
          </a:bodyPr>
          <a:lstStyle/>
          <a:p>
            <a:pPr marL="342900" indent="-342900" algn="l">
              <a:lnSpc>
                <a:spcPct val="133000"/>
              </a:lnSpc>
              <a:buSzPct val="100000"/>
              <a:buChar char="•"/>
            </a:pPr>
            <a:r>
              <a:rPr lang="en-US" sz="950" dirty="0">
                <a:solidFill>
                  <a:srgbClr val="161613"/>
                </a:solidFill>
                <a:latin typeface="Leelawadee UI" panose="020B0502040204020203" pitchFamily="34" charset="-34"/>
                <a:ea typeface="Inter" pitchFamily="34" charset="-122"/>
                <a:cs typeface="Leelawadee UI" panose="020B0502040204020203" pitchFamily="34" charset="-34"/>
              </a:rPr>
              <a:t>Tentang Kami</a:t>
            </a:r>
            <a:endParaRPr lang="en-US" sz="950" dirty="0">
              <a:latin typeface="Leelawadee UI" panose="020B0502040204020203" pitchFamily="34" charset="-34"/>
              <a:cs typeface="Leelawadee UI" panose="020B0502040204020203" pitchFamily="34" charset="-34"/>
            </a:endParaRPr>
          </a:p>
          <a:p>
            <a:pPr marL="342900" indent="-342900" algn="l">
              <a:lnSpc>
                <a:spcPct val="133000"/>
              </a:lnSpc>
              <a:buSzPct val="100000"/>
              <a:buChar char="•"/>
            </a:pPr>
            <a:r>
              <a:rPr lang="en-US" sz="950" dirty="0">
                <a:solidFill>
                  <a:srgbClr val="161613"/>
                </a:solidFill>
                <a:latin typeface="Leelawadee UI" panose="020B0502040204020203" pitchFamily="34" charset="-34"/>
                <a:ea typeface="Inter" pitchFamily="34" charset="-122"/>
                <a:cs typeface="Leelawadee UI" panose="020B0502040204020203" pitchFamily="34" charset="-34"/>
              </a:rPr>
              <a:t>Program Kami</a:t>
            </a:r>
            <a:endParaRPr lang="en-US" sz="950" dirty="0">
              <a:latin typeface="Leelawadee UI" panose="020B0502040204020203" pitchFamily="34" charset="-34"/>
              <a:cs typeface="Leelawadee UI" panose="020B0502040204020203" pitchFamily="34" charset="-34"/>
            </a:endParaRPr>
          </a:p>
          <a:p>
            <a:pPr marL="342900" indent="-342900" algn="l">
              <a:lnSpc>
                <a:spcPct val="133000"/>
              </a:lnSpc>
              <a:buSzPct val="100000"/>
              <a:buChar char="•"/>
            </a:pPr>
            <a:r>
              <a:rPr lang="en-US" sz="950" dirty="0">
                <a:solidFill>
                  <a:srgbClr val="161613"/>
                </a:solidFill>
                <a:latin typeface="Leelawadee UI" panose="020B0502040204020203" pitchFamily="34" charset="-34"/>
                <a:ea typeface="Inter" pitchFamily="34" charset="-122"/>
                <a:cs typeface="Leelawadee UI" panose="020B0502040204020203" pitchFamily="34" charset="-34"/>
              </a:rPr>
              <a:t>Ikut Serta</a:t>
            </a:r>
            <a:endParaRPr lang="en-US" sz="950" dirty="0">
              <a:latin typeface="Leelawadee UI" panose="020B0502040204020203" pitchFamily="34" charset="-34"/>
              <a:cs typeface="Leelawadee UI" panose="020B0502040204020203" pitchFamily="34" charset="-34"/>
            </a:endParaRPr>
          </a:p>
          <a:p>
            <a:pPr marL="342900" indent="-342900" algn="l">
              <a:lnSpc>
                <a:spcPct val="133000"/>
              </a:lnSpc>
              <a:buSzPct val="100000"/>
              <a:buChar char="•"/>
            </a:pPr>
            <a:r>
              <a:rPr lang="en-US" sz="950" dirty="0">
                <a:solidFill>
                  <a:srgbClr val="161613"/>
                </a:solidFill>
                <a:latin typeface="Leelawadee UI" panose="020B0502040204020203" pitchFamily="34" charset="-34"/>
                <a:ea typeface="Inter" pitchFamily="34" charset="-122"/>
                <a:cs typeface="Leelawadee UI" panose="020B0502040204020203" pitchFamily="34" charset="-34"/>
              </a:rPr>
              <a:t>Pustaka &amp; Pengetahuan</a:t>
            </a:r>
            <a:endParaRPr lang="en-US" sz="950" dirty="0">
              <a:latin typeface="Leelawadee UI" panose="020B0502040204020203" pitchFamily="34" charset="-34"/>
              <a:cs typeface="Leelawadee UI" panose="020B0502040204020203" pitchFamily="34" charset="-34"/>
            </a:endParaRPr>
          </a:p>
          <a:p>
            <a:pPr marL="342900" indent="-342900" algn="l">
              <a:lnSpc>
                <a:spcPct val="133000"/>
              </a:lnSpc>
              <a:buSzPct val="100000"/>
              <a:buChar char="•"/>
            </a:pPr>
            <a:r>
              <a:rPr lang="en-US" sz="950" dirty="0">
                <a:solidFill>
                  <a:srgbClr val="161613"/>
                </a:solidFill>
                <a:latin typeface="Leelawadee UI" panose="020B0502040204020203" pitchFamily="34" charset="-34"/>
                <a:ea typeface="Inter" pitchFamily="34" charset="-122"/>
                <a:cs typeface="Leelawadee UI" panose="020B0502040204020203" pitchFamily="34" charset="-34"/>
              </a:rPr>
              <a:t>Dampak &amp; Pembelajaran</a:t>
            </a:r>
            <a:endParaRPr lang="en-US" sz="950" dirty="0">
              <a:latin typeface="Leelawadee UI" panose="020B0502040204020203" pitchFamily="34" charset="-34"/>
              <a:cs typeface="Leelawadee UI" panose="020B0502040204020203" pitchFamily="34" charset="-34"/>
            </a:endParaRPr>
          </a:p>
        </p:txBody>
      </p:sp>
      <p:sp>
        <p:nvSpPr>
          <p:cNvPr id="128" name="Text 5">
            <a:extLst>
              <a:ext uri="{FF2B5EF4-FFF2-40B4-BE49-F238E27FC236}">
                <a16:creationId xmlns:a16="http://schemas.microsoft.com/office/drawing/2014/main" id="{6145002A-047E-7999-D8CF-5ECE1BB4D01B}"/>
              </a:ext>
            </a:extLst>
          </p:cNvPr>
          <p:cNvSpPr/>
          <p:nvPr/>
        </p:nvSpPr>
        <p:spPr>
          <a:xfrm>
            <a:off x="5332659" y="30857809"/>
            <a:ext cx="2007766" cy="193849"/>
          </a:xfrm>
          <a:prstGeom prst="rect">
            <a:avLst/>
          </a:prstGeom>
          <a:noFill/>
          <a:ln/>
        </p:spPr>
        <p:txBody>
          <a:bodyPr wrap="none" lIns="0" tIns="0" rIns="0" bIns="0" rtlCol="0" anchor="t"/>
          <a:lstStyle/>
          <a:p>
            <a:pPr marL="0" indent="0" algn="l">
              <a:lnSpc>
                <a:spcPct val="104000"/>
              </a:lnSpc>
              <a:buNone/>
            </a:pPr>
            <a:r>
              <a:rPr lang="en-US" sz="1200" dirty="0">
                <a:solidFill>
                  <a:srgbClr val="161613"/>
                </a:solidFill>
                <a:latin typeface="Leelawadee UI" panose="020B0502040204020203" pitchFamily="34" charset="-34"/>
                <a:ea typeface="DM Sans Medium" pitchFamily="34" charset="-122"/>
                <a:cs typeface="Leelawadee UI" panose="020B0502040204020203" pitchFamily="34" charset="-34"/>
              </a:rPr>
              <a:t>Kontak</a:t>
            </a:r>
            <a:endParaRPr lang="en-US" sz="1200" dirty="0">
              <a:latin typeface="Leelawadee UI" panose="020B0502040204020203" pitchFamily="34" charset="-34"/>
              <a:cs typeface="Leelawadee UI" panose="020B0502040204020203" pitchFamily="34" charset="-34"/>
            </a:endParaRPr>
          </a:p>
        </p:txBody>
      </p:sp>
      <p:sp>
        <p:nvSpPr>
          <p:cNvPr id="129" name="Text 6">
            <a:extLst>
              <a:ext uri="{FF2B5EF4-FFF2-40B4-BE49-F238E27FC236}">
                <a16:creationId xmlns:a16="http://schemas.microsoft.com/office/drawing/2014/main" id="{F4389BAC-D18F-3E52-2B4C-43CD12B65E8D}"/>
              </a:ext>
            </a:extLst>
          </p:cNvPr>
          <p:cNvSpPr/>
          <p:nvPr/>
        </p:nvSpPr>
        <p:spPr>
          <a:xfrm>
            <a:off x="5332659" y="31175632"/>
            <a:ext cx="1557338" cy="1229841"/>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000000"/>
                </a:solidFill>
                <a:latin typeface="Leelawadee UI" panose="020B0502040204020203" pitchFamily="34" charset="-34"/>
                <a:ea typeface="Inter" pitchFamily="34" charset="-122"/>
                <a:cs typeface="Leelawadee UI" panose="020B0502040204020203" pitchFamily="34" charset="-34"/>
              </a:rPr>
              <a:t>📧</a:t>
            </a:r>
            <a:r>
              <a:rPr lang="en-US" sz="950" dirty="0">
                <a:solidFill>
                  <a:srgbClr val="161613"/>
                </a:solidFill>
                <a:latin typeface="Leelawadee UI" panose="020B0502040204020203" pitchFamily="34" charset="-34"/>
                <a:ea typeface="Inter" pitchFamily="34" charset="-122"/>
                <a:cs typeface="Leelawadee UI" panose="020B0502040204020203" pitchFamily="34" charset="-34"/>
              </a:rPr>
              <a:t> info@naturalkapital.or.id</a:t>
            </a:r>
            <a:endParaRPr lang="en-US" sz="950" dirty="0">
              <a:latin typeface="Leelawadee UI" panose="020B0502040204020203" pitchFamily="34" charset="-34"/>
              <a:cs typeface="Leelawadee UI" panose="020B0502040204020203" pitchFamily="34" charset="-34"/>
            </a:endParaRPr>
          </a:p>
          <a:p>
            <a:pPr marL="0" indent="0" algn="l">
              <a:lnSpc>
                <a:spcPct val="133000"/>
              </a:lnSpc>
              <a:buNone/>
            </a:pPr>
            <a:r>
              <a:rPr lang="en-US" sz="950" dirty="0">
                <a:solidFill>
                  <a:srgbClr val="000000"/>
                </a:solidFill>
                <a:latin typeface="Leelawadee UI" panose="020B0502040204020203" pitchFamily="34" charset="-34"/>
                <a:ea typeface="Inter" pitchFamily="34" charset="-122"/>
                <a:cs typeface="Leelawadee UI" panose="020B0502040204020203" pitchFamily="34" charset="-34"/>
              </a:rPr>
              <a:t>📞</a:t>
            </a:r>
            <a:r>
              <a:rPr lang="en-US" sz="950" dirty="0">
                <a:solidFill>
                  <a:srgbClr val="161613"/>
                </a:solidFill>
                <a:latin typeface="Leelawadee UI" panose="020B0502040204020203" pitchFamily="34" charset="-34"/>
                <a:ea typeface="Inter" pitchFamily="34" charset="-122"/>
                <a:cs typeface="Leelawadee UI" panose="020B0502040204020203" pitchFamily="34" charset="-34"/>
              </a:rPr>
              <a:t> (Nomor telepon)</a:t>
            </a:r>
            <a:endParaRPr lang="en-US" sz="950" dirty="0">
              <a:latin typeface="Leelawadee UI" panose="020B0502040204020203" pitchFamily="34" charset="-34"/>
              <a:cs typeface="Leelawadee UI" panose="020B0502040204020203" pitchFamily="34" charset="-34"/>
            </a:endParaRPr>
          </a:p>
          <a:p>
            <a:pPr marL="0" indent="0" algn="l">
              <a:lnSpc>
                <a:spcPct val="133000"/>
              </a:lnSpc>
              <a:buNone/>
            </a:pPr>
            <a:r>
              <a:rPr lang="en-US" sz="950" dirty="0">
                <a:solidFill>
                  <a:srgbClr val="000000"/>
                </a:solidFill>
                <a:latin typeface="Leelawadee UI" panose="020B0502040204020203" pitchFamily="34" charset="-34"/>
                <a:ea typeface="Inter" pitchFamily="34" charset="-122"/>
                <a:cs typeface="Leelawadee UI" panose="020B0502040204020203" pitchFamily="34" charset="-34"/>
              </a:rPr>
              <a:t>📍</a:t>
            </a:r>
            <a:r>
              <a:rPr lang="en-US" sz="950" dirty="0">
                <a:solidFill>
                  <a:srgbClr val="161613"/>
                </a:solidFill>
                <a:latin typeface="Leelawadee UI" panose="020B0502040204020203" pitchFamily="34" charset="-34"/>
                <a:ea typeface="Inter" pitchFamily="34" charset="-122"/>
                <a:cs typeface="Leelawadee UI" panose="020B0502040204020203" pitchFamily="34" charset="-34"/>
              </a:rPr>
              <a:t> Pontianak, Kalimantan Barat</a:t>
            </a:r>
            <a:endParaRPr lang="en-US" sz="950" dirty="0">
              <a:latin typeface="Leelawadee UI" panose="020B0502040204020203" pitchFamily="34" charset="-34"/>
              <a:cs typeface="Leelawadee UI" panose="020B0502040204020203" pitchFamily="34" charset="-34"/>
            </a:endParaRPr>
          </a:p>
        </p:txBody>
      </p:sp>
      <p:sp>
        <p:nvSpPr>
          <p:cNvPr id="130" name="Text 7">
            <a:extLst>
              <a:ext uri="{FF2B5EF4-FFF2-40B4-BE49-F238E27FC236}">
                <a16:creationId xmlns:a16="http://schemas.microsoft.com/office/drawing/2014/main" id="{72D90929-89D3-C85D-E0AB-C4703FF57E3F}"/>
              </a:ext>
            </a:extLst>
          </p:cNvPr>
          <p:cNvSpPr/>
          <p:nvPr/>
        </p:nvSpPr>
        <p:spPr>
          <a:xfrm>
            <a:off x="7197326" y="30857809"/>
            <a:ext cx="2007766" cy="193849"/>
          </a:xfrm>
          <a:prstGeom prst="rect">
            <a:avLst/>
          </a:prstGeom>
          <a:noFill/>
          <a:ln/>
        </p:spPr>
        <p:txBody>
          <a:bodyPr wrap="none" lIns="0" tIns="0" rIns="0" bIns="0" rtlCol="0" anchor="t"/>
          <a:lstStyle/>
          <a:p>
            <a:pPr marL="0" indent="0" algn="l">
              <a:lnSpc>
                <a:spcPct val="104000"/>
              </a:lnSpc>
              <a:buNone/>
            </a:pPr>
            <a:r>
              <a:rPr lang="en-US" sz="1200" dirty="0">
                <a:solidFill>
                  <a:srgbClr val="161613"/>
                </a:solidFill>
                <a:latin typeface="Leelawadee UI" panose="020B0502040204020203" pitchFamily="34" charset="-34"/>
                <a:ea typeface="DM Sans Medium" pitchFamily="34" charset="-122"/>
                <a:cs typeface="Leelawadee UI" panose="020B0502040204020203" pitchFamily="34" charset="-34"/>
              </a:rPr>
              <a:t>Ikuti Kami</a:t>
            </a:r>
            <a:endParaRPr lang="en-US" sz="1200" dirty="0">
              <a:latin typeface="Leelawadee UI" panose="020B0502040204020203" pitchFamily="34" charset="-34"/>
              <a:cs typeface="Leelawadee UI" panose="020B0502040204020203" pitchFamily="34" charset="-34"/>
            </a:endParaRPr>
          </a:p>
        </p:txBody>
      </p:sp>
      <p:sp>
        <p:nvSpPr>
          <p:cNvPr id="131" name="Text 8">
            <a:extLst>
              <a:ext uri="{FF2B5EF4-FFF2-40B4-BE49-F238E27FC236}">
                <a16:creationId xmlns:a16="http://schemas.microsoft.com/office/drawing/2014/main" id="{9BE5F394-D870-C7C0-34C2-930F8335D8DA}"/>
              </a:ext>
            </a:extLst>
          </p:cNvPr>
          <p:cNvSpPr/>
          <p:nvPr/>
        </p:nvSpPr>
        <p:spPr>
          <a:xfrm>
            <a:off x="7197326" y="31175632"/>
            <a:ext cx="1641872" cy="682154"/>
          </a:xfrm>
          <a:prstGeom prst="rect">
            <a:avLst/>
          </a:prstGeom>
          <a:noFill/>
          <a:ln/>
        </p:spPr>
        <p:txBody>
          <a:bodyPr wrap="square" lIns="0" tIns="0" rIns="0" bIns="0" rtlCol="0" anchor="t">
            <a:normAutofit/>
          </a:bodyPr>
          <a:lstStyle/>
          <a:p>
            <a:pPr marL="342900" indent="-342900" algn="l">
              <a:lnSpc>
                <a:spcPct val="133000"/>
              </a:lnSpc>
              <a:buSzPct val="100000"/>
              <a:buChar char="•"/>
            </a:pPr>
            <a:r>
              <a:rPr lang="en-US" sz="950" dirty="0">
                <a:solidFill>
                  <a:srgbClr val="161613"/>
                </a:solidFill>
                <a:latin typeface="Leelawadee UI" panose="020B0502040204020203" pitchFamily="34" charset="-34"/>
                <a:ea typeface="Inter" pitchFamily="34" charset="-122"/>
                <a:cs typeface="Leelawadee UI" panose="020B0502040204020203" pitchFamily="34" charset="-34"/>
              </a:rPr>
              <a:t>LinkedIn</a:t>
            </a:r>
            <a:endParaRPr lang="en-US" sz="950" dirty="0">
              <a:latin typeface="Leelawadee UI" panose="020B0502040204020203" pitchFamily="34" charset="-34"/>
              <a:cs typeface="Leelawadee UI" panose="020B0502040204020203" pitchFamily="34" charset="-34"/>
            </a:endParaRPr>
          </a:p>
          <a:p>
            <a:pPr marL="342900" indent="-342900" algn="l">
              <a:lnSpc>
                <a:spcPct val="133000"/>
              </a:lnSpc>
              <a:buSzPct val="100000"/>
              <a:buChar char="•"/>
            </a:pPr>
            <a:r>
              <a:rPr lang="en-US" sz="950" dirty="0">
                <a:solidFill>
                  <a:srgbClr val="161613"/>
                </a:solidFill>
                <a:latin typeface="Leelawadee UI" panose="020B0502040204020203" pitchFamily="34" charset="-34"/>
                <a:ea typeface="Inter" pitchFamily="34" charset="-122"/>
                <a:cs typeface="Leelawadee UI" panose="020B0502040204020203" pitchFamily="34" charset="-34"/>
              </a:rPr>
              <a:t>YouTube</a:t>
            </a:r>
            <a:endParaRPr lang="en-US" sz="950" dirty="0">
              <a:latin typeface="Leelawadee UI" panose="020B0502040204020203" pitchFamily="34" charset="-34"/>
              <a:cs typeface="Leelawadee UI" panose="020B0502040204020203" pitchFamily="34" charset="-34"/>
            </a:endParaRPr>
          </a:p>
          <a:p>
            <a:pPr marL="342900" indent="-342900" algn="l">
              <a:lnSpc>
                <a:spcPct val="133000"/>
              </a:lnSpc>
              <a:buSzPct val="100000"/>
              <a:buChar char="•"/>
            </a:pPr>
            <a:r>
              <a:rPr lang="en-US" sz="950" dirty="0">
                <a:solidFill>
                  <a:srgbClr val="161613"/>
                </a:solidFill>
                <a:latin typeface="Leelawadee UI" panose="020B0502040204020203" pitchFamily="34" charset="-34"/>
                <a:ea typeface="Inter" pitchFamily="34" charset="-122"/>
                <a:cs typeface="Leelawadee UI" panose="020B0502040204020203" pitchFamily="34" charset="-34"/>
              </a:rPr>
              <a:t>Instagram</a:t>
            </a:r>
            <a:endParaRPr lang="en-US" sz="950" dirty="0">
              <a:latin typeface="Leelawadee UI" panose="020B0502040204020203" pitchFamily="34" charset="-34"/>
              <a:cs typeface="Leelawadee UI" panose="020B0502040204020203" pitchFamily="34" charset="-34"/>
            </a:endParaRPr>
          </a:p>
        </p:txBody>
      </p:sp>
      <p:sp>
        <p:nvSpPr>
          <p:cNvPr id="132" name="Text 9">
            <a:extLst>
              <a:ext uri="{FF2B5EF4-FFF2-40B4-BE49-F238E27FC236}">
                <a16:creationId xmlns:a16="http://schemas.microsoft.com/office/drawing/2014/main" id="{F48E9047-BECB-0FC9-66BA-B0B43D01D76B}"/>
              </a:ext>
            </a:extLst>
          </p:cNvPr>
          <p:cNvSpPr/>
          <p:nvPr/>
        </p:nvSpPr>
        <p:spPr>
          <a:xfrm>
            <a:off x="7197326" y="31969407"/>
            <a:ext cx="1641872" cy="711771"/>
          </a:xfrm>
          <a:prstGeom prst="rect">
            <a:avLst/>
          </a:prstGeom>
          <a:noFill/>
          <a:ln/>
        </p:spPr>
        <p:txBody>
          <a:bodyPr wrap="square" lIns="0" tIns="0" rIns="0" bIns="0" rtlCol="0" anchor="t">
            <a:normAutofit/>
          </a:bodyPr>
          <a:lstStyle/>
          <a:p>
            <a:pPr marL="0" indent="0" algn="l">
              <a:lnSpc>
                <a:spcPct val="133000"/>
              </a:lnSpc>
              <a:buNone/>
            </a:pPr>
            <a:r>
              <a:rPr lang="en-US" sz="950" dirty="0">
                <a:solidFill>
                  <a:srgbClr val="000000"/>
                </a:solidFill>
                <a:latin typeface="Leelawadee UI" panose="020B0502040204020203" pitchFamily="34" charset="-34"/>
                <a:ea typeface="Inter" pitchFamily="34" charset="-122"/>
                <a:cs typeface="Leelawadee UI" panose="020B0502040204020203" pitchFamily="34" charset="-34"/>
              </a:rPr>
              <a:t>©</a:t>
            </a:r>
            <a:r>
              <a:rPr lang="en-US" sz="950" dirty="0">
                <a:solidFill>
                  <a:srgbClr val="161613"/>
                </a:solidFill>
                <a:latin typeface="Leelawadee UI" panose="020B0502040204020203" pitchFamily="34" charset="-34"/>
                <a:ea typeface="Inter" pitchFamily="34" charset="-122"/>
                <a:cs typeface="Leelawadee UI" panose="020B0502040204020203" pitchFamily="34" charset="-34"/>
              </a:rPr>
              <a:t> 2026 Yayasan Natural Kapital Indonesia</a:t>
            </a:r>
            <a:endParaRPr lang="en-US" sz="950" dirty="0">
              <a:latin typeface="Leelawadee UI" panose="020B0502040204020203" pitchFamily="34" charset="-34"/>
              <a:cs typeface="Leelawadee UI" panose="020B0502040204020203" pitchFamily="34" charset="-34"/>
            </a:endParaRPr>
          </a:p>
          <a:p>
            <a:pPr marL="0" indent="0" algn="l">
              <a:lnSpc>
                <a:spcPct val="133000"/>
              </a:lnSpc>
              <a:buNone/>
            </a:pPr>
            <a:r>
              <a:rPr lang="en-US" sz="950" u="sng" dirty="0">
                <a:solidFill>
                  <a:srgbClr val="28282F"/>
                </a:solidFill>
                <a:latin typeface="Leelawadee UI" panose="020B0502040204020203" pitchFamily="34" charset="-34"/>
                <a:ea typeface="Inter" pitchFamily="34" charset="-122"/>
                <a:cs typeface="Leelawadee UI" panose="020B0502040204020203" pitchFamily="34" charset="-34"/>
                <a:hlinkClick r:id="" action="ppaction://noaction">
                  <a:extLst>
                    <a:ext uri="{A12FA001-AC4F-418D-AE19-62706E023703}">
                      <ahyp:hlinkClr xmlns:ahyp="http://schemas.microsoft.com/office/drawing/2018/hyperlinkcolor" val="tx"/>
                    </a:ext>
                  </a:extLst>
                </a:hlinkClick>
              </a:rPr>
              <a:t>Kebijakan Privasi</a:t>
            </a:r>
            <a:endParaRPr lang="en-US" sz="950" dirty="0">
              <a:latin typeface="Leelawadee UI" panose="020B0502040204020203" pitchFamily="34" charset="-34"/>
              <a:cs typeface="Leelawadee UI" panose="020B0502040204020203" pitchFamily="34" charset="-34"/>
            </a:endParaRPr>
          </a:p>
        </p:txBody>
      </p:sp>
    </p:spTree>
    <p:extLst>
      <p:ext uri="{BB962C8B-B14F-4D97-AF65-F5344CB8AC3E}">
        <p14:creationId xmlns:p14="http://schemas.microsoft.com/office/powerpoint/2010/main" val="569056418"/>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2013 - 2022 Theme</Template>
  <TotalTime>9</TotalTime>
  <Words>1009</Words>
  <Application>Microsoft Office PowerPoint</Application>
  <PresentationFormat>Custom</PresentationFormat>
  <Paragraphs>108</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Arial</vt:lpstr>
      <vt:lpstr>Calibri</vt:lpstr>
      <vt:lpstr>Calibri Light</vt:lpstr>
      <vt:lpstr>Leelawadee UI</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haryono sadikin</dc:creator>
  <cp:lastModifiedBy>haryono sadikin</cp:lastModifiedBy>
  <cp:revision>1</cp:revision>
  <dcterms:created xsi:type="dcterms:W3CDTF">2026-06-22T12:10:28Z</dcterms:created>
  <dcterms:modified xsi:type="dcterms:W3CDTF">2026-06-22T12:19:41Z</dcterms:modified>
</cp:coreProperties>
</file>